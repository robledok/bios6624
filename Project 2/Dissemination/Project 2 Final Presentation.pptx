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CFB1B7-F2CC-B43F-6653-99DD297610AE}" v="1109" dt="2026-03-30T04:44:36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ledo, Kayla" userId="S::kayla.robledo@cuanschutz.edu::6eb23104-6d90-4085-b81a-901d881bfb4e" providerId="AD" clId="Web-{98CFB1B7-F2CC-B43F-6653-99DD297610AE}"/>
    <pc:docChg chg="mod addSld delSld modSld sldOrd addMainMaster delMainMaster">
      <pc:chgData name="Robledo, Kayla" userId="S::kayla.robledo@cuanschutz.edu::6eb23104-6d90-4085-b81a-901d881bfb4e" providerId="AD" clId="Web-{98CFB1B7-F2CC-B43F-6653-99DD297610AE}" dt="2026-03-30T04:44:36.396" v="1117" actId="1076"/>
      <pc:docMkLst>
        <pc:docMk/>
      </pc:docMkLst>
      <pc:sldChg chg="modSp mod modClrScheme chgLayout">
        <pc:chgData name="Robledo, Kayla" userId="S::kayla.robledo@cuanschutz.edu::6eb23104-6d90-4085-b81a-901d881bfb4e" providerId="AD" clId="Web-{98CFB1B7-F2CC-B43F-6653-99DD297610AE}" dt="2026-03-30T02:01:20.142" v="14"/>
        <pc:sldMkLst>
          <pc:docMk/>
          <pc:sldMk cId="109857222" sldId="256"/>
        </pc:sldMkLst>
        <pc:spChg chg="mod ord">
          <ac:chgData name="Robledo, Kayla" userId="S::kayla.robledo@cuanschutz.edu::6eb23104-6d90-4085-b81a-901d881bfb4e" providerId="AD" clId="Web-{98CFB1B7-F2CC-B43F-6653-99DD297610AE}" dt="2026-03-30T02:01:20.142" v="14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Robledo, Kayla" userId="S::kayla.robledo@cuanschutz.edu::6eb23104-6d90-4085-b81a-901d881bfb4e" providerId="AD" clId="Web-{98CFB1B7-F2CC-B43F-6653-99DD297610AE}" dt="2026-03-30T02:01:20.142" v="14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 mod setBg">
        <pc:chgData name="Robledo, Kayla" userId="S::kayla.robledo@cuanschutz.edu::6eb23104-6d90-4085-b81a-901d881bfb4e" providerId="AD" clId="Web-{98CFB1B7-F2CC-B43F-6653-99DD297610AE}" dt="2026-03-30T04:39:32.520" v="1040" actId="1076"/>
        <pc:sldMkLst>
          <pc:docMk/>
          <pc:sldMk cId="214965146" sldId="257"/>
        </pc:sldMkLst>
        <pc:spChg chg="mod">
          <ac:chgData name="Robledo, Kayla" userId="S::kayla.robledo@cuanschutz.edu::6eb23104-6d90-4085-b81a-901d881bfb4e" providerId="AD" clId="Web-{98CFB1B7-F2CC-B43F-6653-99DD297610AE}" dt="2026-03-30T04:38:19.442" v="1032"/>
          <ac:spMkLst>
            <pc:docMk/>
            <pc:sldMk cId="214965146" sldId="257"/>
            <ac:spMk id="2" creationId="{3CAC9CA2-2385-5522-532D-D915B9353517}"/>
          </ac:spMkLst>
        </pc:spChg>
        <pc:spChg chg="mod ord">
          <ac:chgData name="Robledo, Kayla" userId="S::kayla.robledo@cuanschutz.edu::6eb23104-6d90-4085-b81a-901d881bfb4e" providerId="AD" clId="Web-{98CFB1B7-F2CC-B43F-6653-99DD297610AE}" dt="2026-03-30T04:39:25.442" v="1037" actId="20577"/>
          <ac:spMkLst>
            <pc:docMk/>
            <pc:sldMk cId="214965146" sldId="257"/>
            <ac:spMk id="3" creationId="{F3D661EB-0335-B217-71E8-1C6600BE1331}"/>
          </ac:spMkLst>
        </pc:spChg>
        <pc:picChg chg="add del mod">
          <ac:chgData name="Robledo, Kayla" userId="S::kayla.robledo@cuanschutz.edu::6eb23104-6d90-4085-b81a-901d881bfb4e" providerId="AD" clId="Web-{98CFB1B7-F2CC-B43F-6653-99DD297610AE}" dt="2026-03-30T04:39:27.536" v="1038"/>
          <ac:picMkLst>
            <pc:docMk/>
            <pc:sldMk cId="214965146" sldId="257"/>
            <ac:picMk id="4" creationId="{A335E445-5428-7D1F-B92B-17314753D91C}"/>
          </ac:picMkLst>
        </pc:picChg>
        <pc:picChg chg="add mod">
          <ac:chgData name="Robledo, Kayla" userId="S::kayla.robledo@cuanschutz.edu::6eb23104-6d90-4085-b81a-901d881bfb4e" providerId="AD" clId="Web-{98CFB1B7-F2CC-B43F-6653-99DD297610AE}" dt="2026-03-30T04:39:32.520" v="1040" actId="1076"/>
          <ac:picMkLst>
            <pc:docMk/>
            <pc:sldMk cId="214965146" sldId="257"/>
            <ac:picMk id="5" creationId="{3758ADD0-5AF8-AFCC-BA62-3154CF17173D}"/>
          </ac:picMkLst>
        </pc:picChg>
      </pc:sldChg>
      <pc:sldChg chg="addSp modSp new ord">
        <pc:chgData name="Robledo, Kayla" userId="S::kayla.robledo@cuanschutz.edu::6eb23104-6d90-4085-b81a-901d881bfb4e" providerId="AD" clId="Web-{98CFB1B7-F2CC-B43F-6653-99DD297610AE}" dt="2026-03-30T02:15:44.898" v="214"/>
        <pc:sldMkLst>
          <pc:docMk/>
          <pc:sldMk cId="3210143227" sldId="258"/>
        </pc:sldMkLst>
        <pc:spChg chg="mod">
          <ac:chgData name="Robledo, Kayla" userId="S::kayla.robledo@cuanschutz.edu::6eb23104-6d90-4085-b81a-901d881bfb4e" providerId="AD" clId="Web-{98CFB1B7-F2CC-B43F-6653-99DD297610AE}" dt="2026-03-30T02:14:05.632" v="160" actId="1076"/>
          <ac:spMkLst>
            <pc:docMk/>
            <pc:sldMk cId="3210143227" sldId="258"/>
            <ac:spMk id="2" creationId="{5B92CEF0-2832-002F-D774-BAB9211DD2A3}"/>
          </ac:spMkLst>
        </pc:spChg>
        <pc:spChg chg="mod">
          <ac:chgData name="Robledo, Kayla" userId="S::kayla.robledo@cuanschutz.edu::6eb23104-6d90-4085-b81a-901d881bfb4e" providerId="AD" clId="Web-{98CFB1B7-F2CC-B43F-6653-99DD297610AE}" dt="2026-03-30T02:15:29.241" v="213" actId="1076"/>
          <ac:spMkLst>
            <pc:docMk/>
            <pc:sldMk cId="3210143227" sldId="258"/>
            <ac:spMk id="3" creationId="{25819B92-616A-0D5B-25A4-2A81254C4937}"/>
          </ac:spMkLst>
        </pc:spChg>
        <pc:picChg chg="add mod modCrop">
          <ac:chgData name="Robledo, Kayla" userId="S::kayla.robledo@cuanschutz.edu::6eb23104-6d90-4085-b81a-901d881bfb4e" providerId="AD" clId="Web-{98CFB1B7-F2CC-B43F-6653-99DD297610AE}" dt="2026-03-30T02:13:56.023" v="158" actId="1076"/>
          <ac:picMkLst>
            <pc:docMk/>
            <pc:sldMk cId="3210143227" sldId="258"/>
            <ac:picMk id="4" creationId="{1C39AB81-2F35-A814-9E67-D810E11915D4}"/>
          </ac:picMkLst>
        </pc:picChg>
      </pc:sldChg>
      <pc:sldChg chg="addSp modSp new">
        <pc:chgData name="Robledo, Kayla" userId="S::kayla.robledo@cuanschutz.edu::6eb23104-6d90-4085-b81a-901d881bfb4e" providerId="AD" clId="Web-{98CFB1B7-F2CC-B43F-6653-99DD297610AE}" dt="2026-03-30T04:44:36.396" v="1117" actId="1076"/>
        <pc:sldMkLst>
          <pc:docMk/>
          <pc:sldMk cId="1885737820" sldId="259"/>
        </pc:sldMkLst>
        <pc:spChg chg="mod">
          <ac:chgData name="Robledo, Kayla" userId="S::kayla.robledo@cuanschutz.edu::6eb23104-6d90-4085-b81a-901d881bfb4e" providerId="AD" clId="Web-{98CFB1B7-F2CC-B43F-6653-99DD297610AE}" dt="2026-03-30T04:44:36.396" v="1117" actId="1076"/>
          <ac:spMkLst>
            <pc:docMk/>
            <pc:sldMk cId="1885737820" sldId="259"/>
            <ac:spMk id="2" creationId="{EDF2BF88-6F88-3810-9432-FDC4D3D27625}"/>
          </ac:spMkLst>
        </pc:spChg>
        <pc:spChg chg="mod ord">
          <ac:chgData name="Robledo, Kayla" userId="S::kayla.robledo@cuanschutz.edu::6eb23104-6d90-4085-b81a-901d881bfb4e" providerId="AD" clId="Web-{98CFB1B7-F2CC-B43F-6653-99DD297610AE}" dt="2026-03-30T04:44:31.958" v="1116" actId="1076"/>
          <ac:spMkLst>
            <pc:docMk/>
            <pc:sldMk cId="1885737820" sldId="259"/>
            <ac:spMk id="3" creationId="{6E6311BA-F7DD-0081-D4D5-2AB3A8F6D53E}"/>
          </ac:spMkLst>
        </pc:spChg>
        <pc:spChg chg="add mod ord">
          <ac:chgData name="Robledo, Kayla" userId="S::kayla.robledo@cuanschutz.edu::6eb23104-6d90-4085-b81a-901d881bfb4e" providerId="AD" clId="Web-{98CFB1B7-F2CC-B43F-6653-99DD297610AE}" dt="2026-03-30T04:34:52.145" v="1009" actId="1076"/>
          <ac:spMkLst>
            <pc:docMk/>
            <pc:sldMk cId="1885737820" sldId="259"/>
            <ac:spMk id="5" creationId="{4EC9D301-B4AF-E7B0-3698-EA5D48FA4FAB}"/>
          </ac:spMkLst>
        </pc:spChg>
      </pc:sldChg>
      <pc:sldChg chg="addSp delSp modSp new">
        <pc:chgData name="Robledo, Kayla" userId="S::kayla.robledo@cuanschutz.edu::6eb23104-6d90-4085-b81a-901d881bfb4e" providerId="AD" clId="Web-{98CFB1B7-F2CC-B43F-6653-99DD297610AE}" dt="2026-03-30T04:41:38.051" v="1060" actId="20577"/>
        <pc:sldMkLst>
          <pc:docMk/>
          <pc:sldMk cId="2797865073" sldId="260"/>
        </pc:sldMkLst>
        <pc:spChg chg="mod">
          <ac:chgData name="Robledo, Kayla" userId="S::kayla.robledo@cuanschutz.edu::6eb23104-6d90-4085-b81a-901d881bfb4e" providerId="AD" clId="Web-{98CFB1B7-F2CC-B43F-6653-99DD297610AE}" dt="2026-03-30T02:12:10.757" v="131" actId="1076"/>
          <ac:spMkLst>
            <pc:docMk/>
            <pc:sldMk cId="2797865073" sldId="260"/>
            <ac:spMk id="2" creationId="{FE372B4E-CF80-639A-2BD4-B4A26D1E81E5}"/>
          </ac:spMkLst>
        </pc:spChg>
        <pc:spChg chg="del">
          <ac:chgData name="Robledo, Kayla" userId="S::kayla.robledo@cuanschutz.edu::6eb23104-6d90-4085-b81a-901d881bfb4e" providerId="AD" clId="Web-{98CFB1B7-F2CC-B43F-6653-99DD297610AE}" dt="2026-03-30T02:03:40.632" v="61"/>
          <ac:spMkLst>
            <pc:docMk/>
            <pc:sldMk cId="2797865073" sldId="260"/>
            <ac:spMk id="3" creationId="{3F8FB96A-0CE3-46A3-9998-4EC12FD60D9E}"/>
          </ac:spMkLst>
        </pc:spChg>
        <pc:spChg chg="add mod">
          <ac:chgData name="Robledo, Kayla" userId="S::kayla.robledo@cuanschutz.edu::6eb23104-6d90-4085-b81a-901d881bfb4e" providerId="AD" clId="Web-{98CFB1B7-F2CC-B43F-6653-99DD297610AE}" dt="2026-03-30T04:41:38.051" v="1060" actId="20577"/>
          <ac:spMkLst>
            <pc:docMk/>
            <pc:sldMk cId="2797865073" sldId="260"/>
            <ac:spMk id="7" creationId="{CF5B22CB-A4EB-D340-4E22-AF9964AB1239}"/>
          </ac:spMkLst>
        </pc:spChg>
        <pc:picChg chg="add del mod">
          <ac:chgData name="Robledo, Kayla" userId="S::kayla.robledo@cuanschutz.edu::6eb23104-6d90-4085-b81a-901d881bfb4e" providerId="AD" clId="Web-{98CFB1B7-F2CC-B43F-6653-99DD297610AE}" dt="2026-03-30T02:03:58.726" v="67"/>
          <ac:picMkLst>
            <pc:docMk/>
            <pc:sldMk cId="2797865073" sldId="260"/>
            <ac:picMk id="4" creationId="{790AF4E1-A8C9-F497-E31C-4E89E7C836F0}"/>
          </ac:picMkLst>
        </pc:picChg>
        <pc:picChg chg="add mod modCrop">
          <ac:chgData name="Robledo, Kayla" userId="S::kayla.robledo@cuanschutz.edu::6eb23104-6d90-4085-b81a-901d881bfb4e" providerId="AD" clId="Web-{98CFB1B7-F2CC-B43F-6653-99DD297610AE}" dt="2026-03-30T02:12:07.742" v="130" actId="1076"/>
          <ac:picMkLst>
            <pc:docMk/>
            <pc:sldMk cId="2797865073" sldId="260"/>
            <ac:picMk id="5" creationId="{9935F2DC-7B74-6B63-7E93-CB3ED7AB2118}"/>
          </ac:picMkLst>
        </pc:picChg>
      </pc:sldChg>
      <pc:sldChg chg="addSp delSp modSp new mod setBg modClrScheme chgLayout">
        <pc:chgData name="Robledo, Kayla" userId="S::kayla.robledo@cuanschutz.edu::6eb23104-6d90-4085-b81a-901d881bfb4e" providerId="AD" clId="Web-{98CFB1B7-F2CC-B43F-6653-99DD297610AE}" dt="2026-03-30T02:08:02.148" v="91" actId="1076"/>
        <pc:sldMkLst>
          <pc:docMk/>
          <pc:sldMk cId="547731869" sldId="261"/>
        </pc:sldMkLst>
        <pc:spChg chg="mod ord">
          <ac:chgData name="Robledo, Kayla" userId="S::kayla.robledo@cuanschutz.edu::6eb23104-6d90-4085-b81a-901d881bfb4e" providerId="AD" clId="Web-{98CFB1B7-F2CC-B43F-6653-99DD297610AE}" dt="2026-03-30T02:06:56.086" v="84" actId="1076"/>
          <ac:spMkLst>
            <pc:docMk/>
            <pc:sldMk cId="547731869" sldId="261"/>
            <ac:spMk id="2" creationId="{4903679F-E9CA-C163-392B-87DDCE2F2F6C}"/>
          </ac:spMkLst>
        </pc:spChg>
        <pc:spChg chg="del mod ord">
          <ac:chgData name="Robledo, Kayla" userId="S::kayla.robledo@cuanschutz.edu::6eb23104-6d90-4085-b81a-901d881bfb4e" providerId="AD" clId="Web-{98CFB1B7-F2CC-B43F-6653-99DD297610AE}" dt="2026-03-30T02:06:11.007" v="79"/>
          <ac:spMkLst>
            <pc:docMk/>
            <pc:sldMk cId="547731869" sldId="261"/>
            <ac:spMk id="3" creationId="{4D870B3C-B242-CC80-8E4E-AB3B381F3848}"/>
          </ac:spMkLst>
        </pc:spChg>
        <pc:spChg chg="add del mod ord">
          <ac:chgData name="Robledo, Kayla" userId="S::kayla.robledo@cuanschutz.edu::6eb23104-6d90-4085-b81a-901d881bfb4e" providerId="AD" clId="Web-{98CFB1B7-F2CC-B43F-6653-99DD297610AE}" dt="2026-03-30T02:05:56.070" v="76"/>
          <ac:spMkLst>
            <pc:docMk/>
            <pc:sldMk cId="547731869" sldId="261"/>
            <ac:spMk id="4" creationId="{C1C4539A-A4FD-02C3-463F-ACDCADEAFC10}"/>
          </ac:spMkLst>
        </pc:spChg>
        <pc:spChg chg="add mod ord">
          <ac:chgData name="Robledo, Kayla" userId="S::kayla.robledo@cuanschutz.edu::6eb23104-6d90-4085-b81a-901d881bfb4e" providerId="AD" clId="Web-{98CFB1B7-F2CC-B43F-6653-99DD297610AE}" dt="2026-03-30T02:07:51.242" v="89"/>
          <ac:spMkLst>
            <pc:docMk/>
            <pc:sldMk cId="547731869" sldId="261"/>
            <ac:spMk id="6" creationId="{0C65AAE4-9D72-2675-C88E-783395F093F4}"/>
          </ac:spMkLst>
        </pc:spChg>
        <pc:picChg chg="add mod">
          <ac:chgData name="Robledo, Kayla" userId="S::kayla.robledo@cuanschutz.edu::6eb23104-6d90-4085-b81a-901d881bfb4e" providerId="AD" clId="Web-{98CFB1B7-F2CC-B43F-6653-99DD297610AE}" dt="2026-03-30T02:08:02.148" v="91" actId="1076"/>
          <ac:picMkLst>
            <pc:docMk/>
            <pc:sldMk cId="547731869" sldId="261"/>
            <ac:picMk id="5" creationId="{D4A32426-AF39-3703-BA6B-1B5259FFCF98}"/>
          </ac:picMkLst>
        </pc:picChg>
      </pc:sldChg>
      <pc:sldChg chg="modSp new del">
        <pc:chgData name="Robledo, Kayla" userId="S::kayla.robledo@cuanschutz.edu::6eb23104-6d90-4085-b81a-901d881bfb4e" providerId="AD" clId="Web-{98CFB1B7-F2CC-B43F-6653-99DD297610AE}" dt="2026-03-30T02:06:16.461" v="81"/>
        <pc:sldMkLst>
          <pc:docMk/>
          <pc:sldMk cId="722807956" sldId="262"/>
        </pc:sldMkLst>
        <pc:spChg chg="mod">
          <ac:chgData name="Robledo, Kayla" userId="S::kayla.robledo@cuanschutz.edu::6eb23104-6d90-4085-b81a-901d881bfb4e" providerId="AD" clId="Web-{98CFB1B7-F2CC-B43F-6653-99DD297610AE}" dt="2026-03-30T02:02:57.930" v="53" actId="20577"/>
          <ac:spMkLst>
            <pc:docMk/>
            <pc:sldMk cId="722807956" sldId="262"/>
            <ac:spMk id="2" creationId="{B511A5DE-D64E-52A3-F50F-573DA65CAA8E}"/>
          </ac:spMkLst>
        </pc:spChg>
      </pc:sldChg>
      <pc:sldChg chg="new del">
        <pc:chgData name="Robledo, Kayla" userId="S::kayla.robledo@cuanschutz.edu::6eb23104-6d90-4085-b81a-901d881bfb4e" providerId="AD" clId="Web-{98CFB1B7-F2CC-B43F-6653-99DD297610AE}" dt="2026-03-30T02:03:04.273" v="55"/>
        <pc:sldMkLst>
          <pc:docMk/>
          <pc:sldMk cId="1788340941" sldId="263"/>
        </pc:sldMkLst>
      </pc:sldChg>
      <pc:sldChg chg="delSp modSp new">
        <pc:chgData name="Robledo, Kayla" userId="S::kayla.robledo@cuanschutz.edu::6eb23104-6d90-4085-b81a-901d881bfb4e" providerId="AD" clId="Web-{98CFB1B7-F2CC-B43F-6653-99DD297610AE}" dt="2026-03-30T02:03:32.320" v="60" actId="20577"/>
        <pc:sldMkLst>
          <pc:docMk/>
          <pc:sldMk cId="2330952399" sldId="263"/>
        </pc:sldMkLst>
        <pc:spChg chg="mod">
          <ac:chgData name="Robledo, Kayla" userId="S::kayla.robledo@cuanschutz.edu::6eb23104-6d90-4085-b81a-901d881bfb4e" providerId="AD" clId="Web-{98CFB1B7-F2CC-B43F-6653-99DD297610AE}" dt="2026-03-30T02:03:32.320" v="60" actId="20577"/>
          <ac:spMkLst>
            <pc:docMk/>
            <pc:sldMk cId="2330952399" sldId="263"/>
            <ac:spMk id="2" creationId="{4C456B76-1D02-88E4-16EB-280AB207E540}"/>
          </ac:spMkLst>
        </pc:spChg>
        <pc:spChg chg="del">
          <ac:chgData name="Robledo, Kayla" userId="S::kayla.robledo@cuanschutz.edu::6eb23104-6d90-4085-b81a-901d881bfb4e" providerId="AD" clId="Web-{98CFB1B7-F2CC-B43F-6653-99DD297610AE}" dt="2026-03-30T02:03:13.273" v="57"/>
          <ac:spMkLst>
            <pc:docMk/>
            <pc:sldMk cId="2330952399" sldId="263"/>
            <ac:spMk id="3" creationId="{95893B16-FF70-5DC8-EDF1-EB018F4B4A7A}"/>
          </ac:spMkLst>
        </pc:spChg>
      </pc:sldChg>
      <pc:sldChg chg="addSp modSp add replId">
        <pc:chgData name="Robledo, Kayla" userId="S::kayla.robledo@cuanschutz.edu::6eb23104-6d90-4085-b81a-901d881bfb4e" providerId="AD" clId="Web-{98CFB1B7-F2CC-B43F-6653-99DD297610AE}" dt="2026-03-30T02:23:41.850" v="405" actId="20577"/>
        <pc:sldMkLst>
          <pc:docMk/>
          <pc:sldMk cId="2825423353" sldId="264"/>
        </pc:sldMkLst>
        <pc:spChg chg="mod">
          <ac:chgData name="Robledo, Kayla" userId="S::kayla.robledo@cuanschutz.edu::6eb23104-6d90-4085-b81a-901d881bfb4e" providerId="AD" clId="Web-{98CFB1B7-F2CC-B43F-6653-99DD297610AE}" dt="2026-03-30T02:09:20.445" v="94" actId="1076"/>
          <ac:spMkLst>
            <pc:docMk/>
            <pc:sldMk cId="2825423353" sldId="264"/>
            <ac:spMk id="2" creationId="{0FA3E9FB-FBD9-5DDE-1942-F358D0E5AB6B}"/>
          </ac:spMkLst>
        </pc:spChg>
        <pc:spChg chg="add mod">
          <ac:chgData name="Robledo, Kayla" userId="S::kayla.robledo@cuanschutz.edu::6eb23104-6d90-4085-b81a-901d881bfb4e" providerId="AD" clId="Web-{98CFB1B7-F2CC-B43F-6653-99DD297610AE}" dt="2026-03-30T02:23:41.850" v="405" actId="20577"/>
          <ac:spMkLst>
            <pc:docMk/>
            <pc:sldMk cId="2825423353" sldId="264"/>
            <ac:spMk id="6" creationId="{788CB62C-199D-0145-80F2-C131CF87ED75}"/>
          </ac:spMkLst>
        </pc:spChg>
        <pc:picChg chg="add mod">
          <ac:chgData name="Robledo, Kayla" userId="S::kayla.robledo@cuanschutz.edu::6eb23104-6d90-4085-b81a-901d881bfb4e" providerId="AD" clId="Web-{98CFB1B7-F2CC-B43F-6653-99DD297610AE}" dt="2026-03-30T02:10:40.101" v="102" actId="1076"/>
          <ac:picMkLst>
            <pc:docMk/>
            <pc:sldMk cId="2825423353" sldId="264"/>
            <ac:picMk id="3" creationId="{06675D89-1EFF-9683-4227-06E7C762C359}"/>
          </ac:picMkLst>
        </pc:picChg>
        <pc:cxnChg chg="add mod">
          <ac:chgData name="Robledo, Kayla" userId="S::kayla.robledo@cuanschutz.edu::6eb23104-6d90-4085-b81a-901d881bfb4e" providerId="AD" clId="Web-{98CFB1B7-F2CC-B43F-6653-99DD297610AE}" dt="2026-03-30T02:10:40.101" v="103" actId="1076"/>
          <ac:cxnSpMkLst>
            <pc:docMk/>
            <pc:sldMk cId="2825423353" sldId="264"/>
            <ac:cxnSpMk id="4" creationId="{5C622724-16E1-ACCB-26CA-D15DAA61480A}"/>
          </ac:cxnSpMkLst>
        </pc:cxnChg>
      </pc:sldChg>
      <pc:sldMasterChg chg="del delSldLayout">
        <pc:chgData name="Robledo, Kayla" userId="S::kayla.robledo@cuanschutz.edu::6eb23104-6d90-4085-b81a-901d881bfb4e" providerId="AD" clId="Web-{98CFB1B7-F2CC-B43F-6653-99DD297610AE}" dt="2026-03-30T02:00:39.080" v="0"/>
        <pc:sldMasterMkLst>
          <pc:docMk/>
          <pc:sldMasterMk cId="2460954070" sldId="2147483660"/>
        </pc:sldMasterMkLst>
        <pc:sldLayoutChg chg="del">
          <pc:chgData name="Robledo, Kayla" userId="S::kayla.robledo@cuanschutz.edu::6eb23104-6d90-4085-b81a-901d881bfb4e" providerId="AD" clId="Web-{98CFB1B7-F2CC-B43F-6653-99DD297610AE}" dt="2026-03-30T02:00:39.080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Robledo, Kayla" userId="S::kayla.robledo@cuanschutz.edu::6eb23104-6d90-4085-b81a-901d881bfb4e" providerId="AD" clId="Web-{98CFB1B7-F2CC-B43F-6653-99DD297610AE}" dt="2026-03-30T02:00:39.080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Robledo, Kayla" userId="S::kayla.robledo@cuanschutz.edu::6eb23104-6d90-4085-b81a-901d881bfb4e" providerId="AD" clId="Web-{98CFB1B7-F2CC-B43F-6653-99DD297610AE}" dt="2026-03-30T02:00:39.080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Robledo, Kayla" userId="S::kayla.robledo@cuanschutz.edu::6eb23104-6d90-4085-b81a-901d881bfb4e" providerId="AD" clId="Web-{98CFB1B7-F2CC-B43F-6653-99DD297610AE}" dt="2026-03-30T02:00:39.080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Robledo, Kayla" userId="S::kayla.robledo@cuanschutz.edu::6eb23104-6d90-4085-b81a-901d881bfb4e" providerId="AD" clId="Web-{98CFB1B7-F2CC-B43F-6653-99DD297610AE}" dt="2026-03-30T02:00:39.080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Robledo, Kayla" userId="S::kayla.robledo@cuanschutz.edu::6eb23104-6d90-4085-b81a-901d881bfb4e" providerId="AD" clId="Web-{98CFB1B7-F2CC-B43F-6653-99DD297610AE}" dt="2026-03-30T02:00:39.080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Robledo, Kayla" userId="S::kayla.robledo@cuanschutz.edu::6eb23104-6d90-4085-b81a-901d881bfb4e" providerId="AD" clId="Web-{98CFB1B7-F2CC-B43F-6653-99DD297610AE}" dt="2026-03-30T02:00:39.080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Robledo, Kayla" userId="S::kayla.robledo@cuanschutz.edu::6eb23104-6d90-4085-b81a-901d881bfb4e" providerId="AD" clId="Web-{98CFB1B7-F2CC-B43F-6653-99DD297610AE}" dt="2026-03-30T02:00:39.080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Robledo, Kayla" userId="S::kayla.robledo@cuanschutz.edu::6eb23104-6d90-4085-b81a-901d881bfb4e" providerId="AD" clId="Web-{98CFB1B7-F2CC-B43F-6653-99DD297610AE}" dt="2026-03-30T02:00:39.080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Robledo, Kayla" userId="S::kayla.robledo@cuanschutz.edu::6eb23104-6d90-4085-b81a-901d881bfb4e" providerId="AD" clId="Web-{98CFB1B7-F2CC-B43F-6653-99DD297610AE}" dt="2026-03-30T02:00:39.080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Robledo, Kayla" userId="S::kayla.robledo@cuanschutz.edu::6eb23104-6d90-4085-b81a-901d881bfb4e" providerId="AD" clId="Web-{98CFB1B7-F2CC-B43F-6653-99DD297610AE}" dt="2026-03-30T02:00:39.080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98CFB1B7-F2CC-B43F-6653-99DD297610AE}" dt="2026-03-30T02:01:12.095" v="12"/>
        <pc:sldMasterMkLst>
          <pc:docMk/>
          <pc:sldMasterMk cId="2519163799" sldId="2147483672"/>
        </pc:sldMasterMkLst>
        <pc:sldLayoutChg chg="add del mod replId">
          <pc:chgData name="Robledo, Kayla" userId="S::kayla.robledo@cuanschutz.edu::6eb23104-6d90-4085-b81a-901d881bfb4e" providerId="AD" clId="Web-{98CFB1B7-F2CC-B43F-6653-99DD297610AE}" dt="2026-03-30T02:01:12.095" v="12"/>
          <pc:sldLayoutMkLst>
            <pc:docMk/>
            <pc:sldMasterMk cId="2519163799" sldId="2147483672"/>
            <pc:sldLayoutMk cId="897009394" sldId="2147483673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2.095" v="12"/>
          <pc:sldLayoutMkLst>
            <pc:docMk/>
            <pc:sldMasterMk cId="2519163799" sldId="2147483672"/>
            <pc:sldLayoutMk cId="2575149855" sldId="2147483674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2.095" v="12"/>
          <pc:sldLayoutMkLst>
            <pc:docMk/>
            <pc:sldMasterMk cId="2519163799" sldId="2147483672"/>
            <pc:sldLayoutMk cId="91935665" sldId="2147483675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2.095" v="12"/>
          <pc:sldLayoutMkLst>
            <pc:docMk/>
            <pc:sldMasterMk cId="2519163799" sldId="2147483672"/>
            <pc:sldLayoutMk cId="759236467" sldId="2147483676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2.095" v="12"/>
          <pc:sldLayoutMkLst>
            <pc:docMk/>
            <pc:sldMasterMk cId="2519163799" sldId="2147483672"/>
            <pc:sldLayoutMk cId="2375262978" sldId="2147483677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2.095" v="12"/>
          <pc:sldLayoutMkLst>
            <pc:docMk/>
            <pc:sldMasterMk cId="2519163799" sldId="2147483672"/>
            <pc:sldLayoutMk cId="1890598081" sldId="2147483678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2.095" v="12"/>
          <pc:sldLayoutMkLst>
            <pc:docMk/>
            <pc:sldMasterMk cId="2519163799" sldId="2147483672"/>
            <pc:sldLayoutMk cId="2694814892" sldId="2147483679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2.095" v="12"/>
          <pc:sldLayoutMkLst>
            <pc:docMk/>
            <pc:sldMasterMk cId="2519163799" sldId="2147483672"/>
            <pc:sldLayoutMk cId="1047555447" sldId="2147483680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2.095" v="12"/>
          <pc:sldLayoutMkLst>
            <pc:docMk/>
            <pc:sldMasterMk cId="2519163799" sldId="2147483672"/>
            <pc:sldLayoutMk cId="1061265446" sldId="2147483681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2.095" v="12"/>
          <pc:sldLayoutMkLst>
            <pc:docMk/>
            <pc:sldMasterMk cId="2519163799" sldId="2147483672"/>
            <pc:sldLayoutMk cId="2986113529" sldId="2147483682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2.095" v="12"/>
          <pc:sldLayoutMkLst>
            <pc:docMk/>
            <pc:sldMasterMk cId="2519163799" sldId="2147483672"/>
            <pc:sldLayoutMk cId="2490507086" sldId="2147483683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98CFB1B7-F2CC-B43F-6653-99DD297610AE}" dt="2026-03-30T02:01:16.314" v="13"/>
        <pc:sldMasterMkLst>
          <pc:docMk/>
          <pc:sldMasterMk cId="2609036859" sldId="2147483684"/>
        </pc:sldMasterMkLst>
        <pc:sldLayoutChg chg="add del mod replId">
          <pc:chgData name="Robledo, Kayla" userId="S::kayla.robledo@cuanschutz.edu::6eb23104-6d90-4085-b81a-901d881bfb4e" providerId="AD" clId="Web-{98CFB1B7-F2CC-B43F-6653-99DD297610AE}" dt="2026-03-30T02:01:16.314" v="13"/>
          <pc:sldLayoutMkLst>
            <pc:docMk/>
            <pc:sldMasterMk cId="2609036859" sldId="2147483684"/>
            <pc:sldLayoutMk cId="2812820730" sldId="2147483685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6.314" v="13"/>
          <pc:sldLayoutMkLst>
            <pc:docMk/>
            <pc:sldMasterMk cId="2609036859" sldId="2147483684"/>
            <pc:sldLayoutMk cId="3102310614" sldId="2147483686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6.314" v="13"/>
          <pc:sldLayoutMkLst>
            <pc:docMk/>
            <pc:sldMasterMk cId="2609036859" sldId="2147483684"/>
            <pc:sldLayoutMk cId="735338959" sldId="2147483687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6.314" v="13"/>
          <pc:sldLayoutMkLst>
            <pc:docMk/>
            <pc:sldMasterMk cId="2609036859" sldId="2147483684"/>
            <pc:sldLayoutMk cId="3861910268" sldId="2147483688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6.314" v="13"/>
          <pc:sldLayoutMkLst>
            <pc:docMk/>
            <pc:sldMasterMk cId="2609036859" sldId="2147483684"/>
            <pc:sldLayoutMk cId="3429567121" sldId="2147483689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6.314" v="13"/>
          <pc:sldLayoutMkLst>
            <pc:docMk/>
            <pc:sldMasterMk cId="2609036859" sldId="2147483684"/>
            <pc:sldLayoutMk cId="1681468299" sldId="2147483690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6.314" v="13"/>
          <pc:sldLayoutMkLst>
            <pc:docMk/>
            <pc:sldMasterMk cId="2609036859" sldId="2147483684"/>
            <pc:sldLayoutMk cId="1742802461" sldId="2147483691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6.314" v="13"/>
          <pc:sldLayoutMkLst>
            <pc:docMk/>
            <pc:sldMasterMk cId="2609036859" sldId="2147483684"/>
            <pc:sldLayoutMk cId="3884227334" sldId="2147483692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6.314" v="13"/>
          <pc:sldLayoutMkLst>
            <pc:docMk/>
            <pc:sldMasterMk cId="2609036859" sldId="2147483684"/>
            <pc:sldLayoutMk cId="858294342" sldId="2147483693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6.314" v="13"/>
          <pc:sldLayoutMkLst>
            <pc:docMk/>
            <pc:sldMasterMk cId="2609036859" sldId="2147483684"/>
            <pc:sldLayoutMk cId="2988900378" sldId="2147483694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16.314" v="13"/>
          <pc:sldLayoutMkLst>
            <pc:docMk/>
            <pc:sldMasterMk cId="2609036859" sldId="2147483684"/>
            <pc:sldLayoutMk cId="1876101266" sldId="2147483695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98CFB1B7-F2CC-B43F-6653-99DD297610AE}" dt="2026-03-30T02:01:20.142" v="14"/>
        <pc:sldMasterMkLst>
          <pc:docMk/>
          <pc:sldMasterMk cId="1950867182" sldId="2147483696"/>
        </pc:sldMasterMkLst>
        <pc:sldLayoutChg chg="add del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1950867182" sldId="2147483696"/>
            <pc:sldLayoutMk cId="3416303943" sldId="2147483697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1950867182" sldId="2147483696"/>
            <pc:sldLayoutMk cId="2029838255" sldId="2147483698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1950867182" sldId="2147483696"/>
            <pc:sldLayoutMk cId="2608800163" sldId="2147483699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1950867182" sldId="2147483696"/>
            <pc:sldLayoutMk cId="1664786045" sldId="2147483700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1950867182" sldId="2147483696"/>
            <pc:sldLayoutMk cId="566193244" sldId="2147483701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1950867182" sldId="2147483696"/>
            <pc:sldLayoutMk cId="2957615788" sldId="2147483702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1950867182" sldId="2147483696"/>
            <pc:sldLayoutMk cId="3988555937" sldId="2147483703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1950867182" sldId="2147483696"/>
            <pc:sldLayoutMk cId="3912734369" sldId="2147483704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1950867182" sldId="2147483696"/>
            <pc:sldLayoutMk cId="621137699" sldId="2147483705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1950867182" sldId="2147483696"/>
            <pc:sldLayoutMk cId="466749060" sldId="2147483706"/>
          </pc:sldLayoutMkLst>
        </pc:sldLayoutChg>
        <pc:sldLayoutChg chg="add del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1950867182" sldId="2147483696"/>
            <pc:sldLayoutMk cId="3920820688" sldId="2147483707"/>
          </pc:sldLayoutMkLst>
        </pc:sldLayoutChg>
      </pc:sldMasterChg>
      <pc:sldMasterChg chg="add addSldLayout modSldLayout">
        <pc:chgData name="Robledo, Kayla" userId="S::kayla.robledo@cuanschutz.edu::6eb23104-6d90-4085-b81a-901d881bfb4e" providerId="AD" clId="Web-{98CFB1B7-F2CC-B43F-6653-99DD297610AE}" dt="2026-03-30T02:01:20.142" v="14"/>
        <pc:sldMasterMkLst>
          <pc:docMk/>
          <pc:sldMasterMk cId="255177421" sldId="2147483708"/>
        </pc:sldMasterMkLst>
        <pc:sldLayoutChg chg="add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255177421" sldId="2147483708"/>
            <pc:sldLayoutMk cId="2586738003" sldId="2147483709"/>
          </pc:sldLayoutMkLst>
        </pc:sldLayoutChg>
        <pc:sldLayoutChg chg="add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255177421" sldId="2147483708"/>
            <pc:sldLayoutMk cId="2659222441" sldId="2147483710"/>
          </pc:sldLayoutMkLst>
        </pc:sldLayoutChg>
        <pc:sldLayoutChg chg="add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255177421" sldId="2147483708"/>
            <pc:sldLayoutMk cId="2409722980" sldId="2147483711"/>
          </pc:sldLayoutMkLst>
        </pc:sldLayoutChg>
        <pc:sldLayoutChg chg="add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255177421" sldId="2147483708"/>
            <pc:sldLayoutMk cId="985339532" sldId="2147483712"/>
          </pc:sldLayoutMkLst>
        </pc:sldLayoutChg>
        <pc:sldLayoutChg chg="add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255177421" sldId="2147483708"/>
            <pc:sldLayoutMk cId="1027747631" sldId="2147483713"/>
          </pc:sldLayoutMkLst>
        </pc:sldLayoutChg>
        <pc:sldLayoutChg chg="add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255177421" sldId="2147483708"/>
            <pc:sldLayoutMk cId="1994699745" sldId="2147483714"/>
          </pc:sldLayoutMkLst>
        </pc:sldLayoutChg>
        <pc:sldLayoutChg chg="add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255177421" sldId="2147483708"/>
            <pc:sldLayoutMk cId="2147200317" sldId="2147483715"/>
          </pc:sldLayoutMkLst>
        </pc:sldLayoutChg>
        <pc:sldLayoutChg chg="add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255177421" sldId="2147483708"/>
            <pc:sldLayoutMk cId="3193200111" sldId="2147483716"/>
          </pc:sldLayoutMkLst>
        </pc:sldLayoutChg>
        <pc:sldLayoutChg chg="add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255177421" sldId="2147483708"/>
            <pc:sldLayoutMk cId="1224037883" sldId="2147483717"/>
          </pc:sldLayoutMkLst>
        </pc:sldLayoutChg>
        <pc:sldLayoutChg chg="add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255177421" sldId="2147483708"/>
            <pc:sldLayoutMk cId="315021987" sldId="2147483718"/>
          </pc:sldLayoutMkLst>
        </pc:sldLayoutChg>
        <pc:sldLayoutChg chg="add mod replId">
          <pc:chgData name="Robledo, Kayla" userId="S::kayla.robledo@cuanschutz.edu::6eb23104-6d90-4085-b81a-901d881bfb4e" providerId="AD" clId="Web-{98CFB1B7-F2CC-B43F-6653-99DD297610AE}" dt="2026-03-30T02:01:20.142" v="14"/>
          <pc:sldLayoutMkLst>
            <pc:docMk/>
            <pc:sldMasterMk cId="255177421" sldId="2147483708"/>
            <pc:sldLayoutMk cId="1144733583" sldId="214748371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B1DDFF"/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2AED8E5B-0D98-4FE1-9B26-D1041E3A89F9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7380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C2DCB-466C-4061-8D51-D3254DD77FA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22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bg2">
                <a:tint val="80000"/>
                <a:shade val="100000"/>
                <a:satMod val="300000"/>
              </a:schemeClr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bg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642357F-39F6-401C-9FF8-3072724998F3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722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B09B-D413-414E-B13F-B1984CD8FF65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33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F992-55E7-4B2D-A6F1-8C9243CBFE1B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747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98110-BAA6-4256-A2E5-BB66A47D261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699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3892-3343-4E4E-B81B-70A099359AD2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200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2F85-D33A-46AF-9088-5A7400C1018E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200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rgbClr val="969696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3EB3A624-F501-46A9-B8CA-4949E24E27C8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lang="en-US" sz="1000" kern="1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037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59CD-DA3A-463F-AFEF-A68838A6859B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2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2A925-E007-46C2-84AB-35EE10DCAD39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733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0C4D3C1-679D-44D8-8A9C-D402CE4EF569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14667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2551774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Project 2: Final Presentation</a:t>
            </a:r>
            <a:endParaRPr lang="en-US" err="1">
              <a:solidFill>
                <a:srgbClr val="0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/>
              <a:t>Kayla Robledo</a:t>
            </a:r>
          </a:p>
          <a:p>
            <a:r>
              <a:rPr lang="en-US"/>
              <a:t>March 30th,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C9CA2-2385-5522-532D-D915B9353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6" y="319018"/>
            <a:ext cx="11440073" cy="1645920"/>
          </a:xfrm>
        </p:spPr>
        <p:txBody>
          <a:bodyPr>
            <a:normAutofit/>
          </a:bodyPr>
          <a:lstStyle/>
          <a:p>
            <a:pPr algn="ctr"/>
            <a:r>
              <a:rPr lang="en-US"/>
              <a:t>Hypotheses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661EB-0335-B217-71E8-1C6600BE1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1694093"/>
            <a:ext cx="4957554" cy="434094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74320" lvl="1" indent="-285750">
              <a:buNone/>
            </a:pPr>
            <a:r>
              <a:rPr lang="en-US" sz="1800"/>
              <a:t>1a. </a:t>
            </a:r>
            <a:r>
              <a:rPr lang="en-US" sz="1800">
                <a:latin typeface="Century Gothic"/>
                <a:cs typeface="Times New Roman"/>
              </a:rPr>
              <a:t> Higher baseline inflammation levels are associated with decreases in cortical thickness and memory consolidation after 1 year.</a:t>
            </a:r>
            <a:endParaRPr lang="en-US" sz="1800"/>
          </a:p>
          <a:p>
            <a:pPr marL="274320" lvl="1" indent="-285750">
              <a:buNone/>
            </a:pPr>
            <a:r>
              <a:rPr lang="en-US" sz="1800">
                <a:cs typeface="Times New Roman"/>
              </a:rPr>
              <a:t>1b. Increases in the change of inflammation levels from baseline to 1 year follow-up are associated with declines in episodic memory and cortical thickness after 1 year.</a:t>
            </a:r>
          </a:p>
          <a:p>
            <a:pPr marL="274320" lvl="1" indent="-285750">
              <a:buNone/>
            </a:pPr>
            <a:r>
              <a:rPr lang="en-US" sz="1800">
                <a:cs typeface="Times New Roman"/>
              </a:rPr>
              <a:t>2. H</a:t>
            </a:r>
            <a:r>
              <a:rPr lang="en-US" sz="1800">
                <a:latin typeface="Century Gothic"/>
                <a:cs typeface="Times New Roman"/>
              </a:rPr>
              <a:t>igher levels of both amyloid deposition and inflammation are associated with decreases in memory and cortical thickness after 1 year.</a:t>
            </a:r>
          </a:p>
        </p:txBody>
      </p:sp>
      <p:pic>
        <p:nvPicPr>
          <p:cNvPr id="5" name="Picture 4" descr="A close-up of a chart&#10;&#10;AI-generated content may be incorrect.">
            <a:extLst>
              <a:ext uri="{FF2B5EF4-FFF2-40B4-BE49-F238E27FC236}">
                <a16:creationId xmlns:a16="http://schemas.microsoft.com/office/drawing/2014/main" id="{3758ADD0-5AF8-AFCC-BA62-3154CF171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68" y="2114550"/>
            <a:ext cx="5314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CEF0-2832-002F-D774-BAB9211DD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67724"/>
            <a:ext cx="10058400" cy="1371600"/>
          </a:xfrm>
        </p:spPr>
        <p:txBody>
          <a:bodyPr/>
          <a:lstStyle/>
          <a:p>
            <a:pPr algn="ctr"/>
            <a:r>
              <a:rPr lang="en-US"/>
              <a:t>Preliminary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9B92-616A-0D5B-25A4-2A81254C4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757" y="2423380"/>
            <a:ext cx="5508487" cy="20103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i="1"/>
              <a:t>Takeaways:</a:t>
            </a:r>
          </a:p>
          <a:p>
            <a:r>
              <a:rPr lang="en-US" dirty="0"/>
              <a:t>Inflammation markers are highly correlat</a:t>
            </a:r>
            <a:r>
              <a:rPr lang="en-US"/>
              <a:t>ed</a:t>
            </a:r>
            <a:endParaRPr lang="en-US" dirty="0"/>
          </a:p>
          <a:p>
            <a:r>
              <a:rPr lang="en-US"/>
              <a:t>Outcomes are modestly correlated</a:t>
            </a:r>
            <a:endParaRPr lang="en-US" dirty="0"/>
          </a:p>
          <a:p>
            <a:r>
              <a:rPr lang="en-US"/>
              <a:t>Correlations between inflammation markers and outcomes ranges from 0.2 to 0.7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corr_table.png">
            <a:extLst>
              <a:ext uri="{FF2B5EF4-FFF2-40B4-BE49-F238E27FC236}">
                <a16:creationId xmlns:a16="http://schemas.microsoft.com/office/drawing/2014/main" id="{1C39AB81-2F35-A814-9E67-D810E11915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62" r="20482" b="39473"/>
          <a:stretch>
            <a:fillRect/>
          </a:stretch>
        </p:blipFill>
        <p:spPr>
          <a:xfrm>
            <a:off x="6184767" y="1861378"/>
            <a:ext cx="5369862" cy="441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14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C9D301-B4AF-E7B0-3698-EA5D48FA4FAB}"/>
              </a:ext>
            </a:extLst>
          </p:cNvPr>
          <p:cNvSpPr/>
          <p:nvPr/>
        </p:nvSpPr>
        <p:spPr>
          <a:xfrm>
            <a:off x="41162" y="2510"/>
            <a:ext cx="12111181" cy="675409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F2BF88-6F88-3810-9432-FDC4D3D27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4595"/>
            <a:ext cx="10058400" cy="675861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Analysis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311BA-F7DD-0081-D4D5-2AB3A8F6D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7" y="811035"/>
            <a:ext cx="11869530" cy="62620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lang="en-US" sz="1600"/>
              <a:t>Inflammation markers are cytokine (IL-6, TNF-</a:t>
            </a:r>
            <a:r>
              <a:rPr lang="en-US" sz="1600">
                <a:latin typeface="Segoe UI"/>
                <a:cs typeface="Segoe UI"/>
              </a:rPr>
              <a:t>α</a:t>
            </a:r>
            <a:r>
              <a:rPr lang="en-US" sz="1600"/>
              <a:t>) and chemokine (MCP-1, Eotaxin-1)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b="1" i="1"/>
              <a:t>Aim 1:</a:t>
            </a:r>
            <a:endParaRPr lang="en-US" sz="1600" b="1" i="1" dirty="0"/>
          </a:p>
          <a:p>
            <a:pPr marL="274320" lvl="1" indent="0">
              <a:spcBef>
                <a:spcPts val="200"/>
              </a:spcBef>
              <a:buNone/>
            </a:pPr>
            <a:r>
              <a:rPr lang="en-US" i="1"/>
              <a:t>Hypothesis 1a.</a:t>
            </a:r>
          </a:p>
          <a:p>
            <a:pPr marL="560070" lvl="1" indent="0">
              <a:spcBef>
                <a:spcPts val="200"/>
              </a:spcBef>
            </a:pPr>
            <a:r>
              <a:rPr lang="en-US"/>
              <a:t>24 general linear models</a:t>
            </a:r>
            <a:endParaRPr lang="en-US" dirty="0"/>
          </a:p>
          <a:p>
            <a:pPr marL="560070" lvl="1" indent="0">
              <a:spcBef>
                <a:spcPts val="200"/>
              </a:spcBef>
            </a:pPr>
            <a:r>
              <a:rPr lang="en-US"/>
              <a:t>6 outcomes: 5 memory measures  and cortical thickness</a:t>
            </a:r>
            <a:endParaRPr lang="en-US" dirty="0"/>
          </a:p>
          <a:p>
            <a:pPr marL="560070" lvl="1" indent="0">
              <a:spcBef>
                <a:spcPts val="200"/>
              </a:spcBef>
            </a:pPr>
            <a:r>
              <a:rPr lang="en-US"/>
              <a:t>4 primary explanatory variables: Baseline inflammation</a:t>
            </a:r>
            <a:r>
              <a:rPr lang="en-US" dirty="0"/>
              <a:t> markers</a:t>
            </a:r>
          </a:p>
          <a:p>
            <a:pPr marL="560070" lvl="1" indent="0">
              <a:spcBef>
                <a:spcPts val="200"/>
              </a:spcBef>
            </a:pPr>
            <a:r>
              <a:rPr lang="en-US"/>
              <a:t>Covariates: Baseline outcome, age, sex, other as necessary</a:t>
            </a:r>
            <a:endParaRPr lang="en-US" dirty="0"/>
          </a:p>
          <a:p>
            <a:pPr marL="834390" lvl="2" indent="0">
              <a:spcBef>
                <a:spcPts val="200"/>
              </a:spcBef>
              <a:buFont typeface="Wingdings" pitchFamily="34" charset="0"/>
              <a:buChar char="§"/>
            </a:pPr>
            <a:r>
              <a:rPr lang="en-US" sz="1600">
                <a:latin typeface="Century Gothic"/>
                <a:cs typeface="Times New Roman"/>
              </a:rPr>
              <a:t>Cardiovascular risk, autoimmune diseases, APOE genotypes, and other health measures</a:t>
            </a:r>
            <a:endParaRPr lang="en-US" sz="1600">
              <a:latin typeface="Century Gothic"/>
            </a:endParaRPr>
          </a:p>
          <a:p>
            <a:pPr marL="560070" lvl="1" indent="0">
              <a:spcBef>
                <a:spcPts val="200"/>
              </a:spcBef>
            </a:pPr>
            <a:r>
              <a:rPr lang="en-US"/>
              <a:t>Type-I error correction: Bonferroni-like where </a:t>
            </a:r>
            <a:r>
              <a:rPr lang="en-US">
                <a:latin typeface="Segoe UI"/>
                <a:cs typeface="Segoe UI"/>
              </a:rPr>
              <a:t>α</a:t>
            </a:r>
            <a:r>
              <a:rPr lang="en-US"/>
              <a:t> = 0.05/4, 0.05/6, and 0.05/24</a:t>
            </a:r>
            <a:endParaRPr lang="en-US" dirty="0"/>
          </a:p>
          <a:p>
            <a:pPr marL="834390" lvl="2" indent="0">
              <a:spcBef>
                <a:spcPts val="200"/>
              </a:spcBef>
              <a:buFont typeface="Wingdings" pitchFamily="34" charset="0"/>
              <a:buChar char="§"/>
            </a:pPr>
            <a:r>
              <a:rPr lang="en-US" sz="1600" dirty="0"/>
              <a:t>Look for consistency and direction of findings to determine threshold</a:t>
            </a:r>
          </a:p>
          <a:p>
            <a:pPr marL="274320" lvl="1" indent="0">
              <a:spcBef>
                <a:spcPts val="200"/>
              </a:spcBef>
              <a:buNone/>
            </a:pPr>
            <a:r>
              <a:rPr lang="en-US" i="1"/>
              <a:t>Hypothesis 1b.</a:t>
            </a:r>
          </a:p>
          <a:p>
            <a:pPr marL="560070" lvl="1" indent="0">
              <a:spcBef>
                <a:spcPts val="200"/>
              </a:spcBef>
            </a:pPr>
            <a:r>
              <a:rPr lang="en-US"/>
              <a:t>4 primary explanatory variables: Change in inflammation markers after 1 year</a:t>
            </a:r>
            <a:endParaRPr lang="en-US" i="1"/>
          </a:p>
          <a:p>
            <a:pPr marL="0" indent="0">
              <a:spcBef>
                <a:spcPts val="200"/>
              </a:spcBef>
              <a:buNone/>
            </a:pPr>
            <a:r>
              <a:rPr lang="en-US" sz="1600" b="1" i="1"/>
              <a:t>Aim 2:</a:t>
            </a:r>
            <a:endParaRPr lang="en-US" sz="1600" b="1" i="1" dirty="0"/>
          </a:p>
          <a:p>
            <a:pPr lvl="1" indent="0">
              <a:spcBef>
                <a:spcPts val="200"/>
              </a:spcBef>
            </a:pPr>
            <a:r>
              <a:rPr lang="en-US"/>
              <a:t>4 primary explanatory variables: Interaction between change in inflammation markers and amyloid deposition after 1 year</a:t>
            </a:r>
            <a:endParaRPr lang="en-US" b="1" i="1" dirty="0"/>
          </a:p>
          <a:p>
            <a:pPr lvl="1" indent="0">
              <a:spcBef>
                <a:spcPts val="200"/>
              </a:spcBef>
            </a:pPr>
            <a:r>
              <a:rPr lang="en-US" dirty="0"/>
              <a:t>Additional covariate: Change in amyloid deposition after 1 year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b="1" i="1" dirty="0"/>
              <a:t>Power Assumpt</a:t>
            </a:r>
            <a:r>
              <a:rPr lang="en-US" sz="1600" b="1" i="1"/>
              <a:t>ions:</a:t>
            </a:r>
            <a:endParaRPr lang="en-US" sz="1600" b="1" i="1" dirty="0"/>
          </a:p>
          <a:p>
            <a:pPr lvl="1" indent="0">
              <a:spcBef>
                <a:spcPts val="200"/>
              </a:spcBef>
            </a:pPr>
            <a:r>
              <a:rPr lang="en-US"/>
              <a:t>175 total participants</a:t>
            </a:r>
            <a:endParaRPr lang="en-US" dirty="0"/>
          </a:p>
          <a:p>
            <a:pPr lvl="1" indent="0">
              <a:spcBef>
                <a:spcPts val="200"/>
              </a:spcBef>
            </a:pPr>
            <a:r>
              <a:rPr lang="en-US"/>
              <a:t>Correlations range from 0.2 to 0.7 and are always positive</a:t>
            </a:r>
            <a:endParaRPr lang="en-US" dirty="0"/>
          </a:p>
          <a:p>
            <a:pPr lvl="1" indent="0">
              <a:spcBef>
                <a:spcPts val="200"/>
              </a:spcBef>
            </a:pPr>
            <a:r>
              <a:rPr lang="en-US" dirty="0"/>
              <a:t>Amyloid deposition is a categorical </a:t>
            </a:r>
            <a:r>
              <a:rPr lang="en-US"/>
              <a:t>variable,</a:t>
            </a:r>
            <a:r>
              <a:rPr lang="en-US" dirty="0"/>
              <a:t> and the correlation is higher in the positive group</a:t>
            </a:r>
          </a:p>
          <a:p>
            <a:pPr lvl="1" indent="0">
              <a:spcBef>
                <a:spcPts val="200"/>
              </a:spcBef>
            </a:pPr>
            <a:r>
              <a:rPr lang="en-US" dirty="0"/>
              <a:t>Same type-I error </a:t>
            </a:r>
            <a:r>
              <a:rPr lang="en-US"/>
              <a:t>corrections</a:t>
            </a:r>
            <a:endParaRPr lang="en-US" dirty="0"/>
          </a:p>
          <a:p>
            <a:pPr lvl="1" indent="0">
              <a:spcBef>
                <a:spcPts val="200"/>
              </a:spcBef>
            </a:pPr>
            <a:r>
              <a:rPr lang="en-US"/>
              <a:t>Optimal power is 80%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737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2B4E-CF80-639A-2BD4-B4A26D1E8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23550"/>
            <a:ext cx="10058400" cy="1371600"/>
          </a:xfrm>
        </p:spPr>
        <p:txBody>
          <a:bodyPr/>
          <a:lstStyle/>
          <a:p>
            <a:pPr algn="ctr"/>
            <a:r>
              <a:rPr lang="en-US"/>
              <a:t>Aim 1 Power Calculation</a:t>
            </a:r>
          </a:p>
        </p:txBody>
      </p:sp>
      <p:pic>
        <p:nvPicPr>
          <p:cNvPr id="5" name="Picture 4" descr="aim1_power_table.png">
            <a:extLst>
              <a:ext uri="{FF2B5EF4-FFF2-40B4-BE49-F238E27FC236}">
                <a16:creationId xmlns:a16="http://schemas.microsoft.com/office/drawing/2014/main" id="{9935F2DC-7B74-6B63-7E93-CB3ED7AB21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58" t="6173" r="15765" b="32757"/>
          <a:stretch>
            <a:fillRect/>
          </a:stretch>
        </p:blipFill>
        <p:spPr>
          <a:xfrm>
            <a:off x="648471" y="1499955"/>
            <a:ext cx="6440101" cy="447363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F5B22CB-A4EB-D340-4E22-AF9964AB1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7844" y="2136251"/>
            <a:ext cx="4359965" cy="32527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i="1"/>
              <a:t>Takeaways:</a:t>
            </a:r>
          </a:p>
          <a:p>
            <a:r>
              <a:rPr lang="en-US"/>
              <a:t>As correlation increases, power increases</a:t>
            </a:r>
            <a:endParaRPr lang="en-US" dirty="0"/>
          </a:p>
          <a:p>
            <a:r>
              <a:rPr lang="en-US"/>
              <a:t>To achieve at least 80% power:</a:t>
            </a:r>
            <a:endParaRPr lang="en-US" dirty="0"/>
          </a:p>
          <a:p>
            <a:pPr lvl="1">
              <a:buFont typeface="Courier New" pitchFamily="34" charset="0"/>
              <a:buChar char="o"/>
            </a:pPr>
            <a:r>
              <a:rPr lang="en-US"/>
              <a:t>Least conservative: correlation of 0.25 is needed</a:t>
            </a:r>
            <a:endParaRPr lang="en-US" dirty="0"/>
          </a:p>
          <a:p>
            <a:pPr lvl="1">
              <a:buFont typeface="Courier New" pitchFamily="34" charset="0"/>
              <a:buChar char="o"/>
            </a:pPr>
            <a:r>
              <a:rPr lang="en-US" dirty="0"/>
              <a:t>Conservative: </a:t>
            </a:r>
            <a:r>
              <a:rPr lang="en-US"/>
              <a:t>correlation of 0.26 is needed</a:t>
            </a:r>
            <a:endParaRPr lang="en-US" dirty="0"/>
          </a:p>
          <a:p>
            <a:pPr lvl="1">
              <a:buFont typeface="Courier New" pitchFamily="34" charset="0"/>
              <a:buChar char="o"/>
            </a:pPr>
            <a:r>
              <a:rPr lang="en-US" dirty="0"/>
              <a:t>Most conser</a:t>
            </a:r>
            <a:r>
              <a:rPr lang="en-US"/>
              <a:t>vative: correlation of 0.29 is needed</a:t>
            </a:r>
            <a:endParaRPr lang="en-US" dirty="0"/>
          </a:p>
          <a:p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865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C65AAE4-9D72-2675-C88E-783395F093F4}"/>
              </a:ext>
            </a:extLst>
          </p:cNvPr>
          <p:cNvSpPr/>
          <p:nvPr/>
        </p:nvSpPr>
        <p:spPr>
          <a:xfrm>
            <a:off x="57727" y="57727"/>
            <a:ext cx="12111181" cy="675409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3679F-E9CA-C163-392B-87DDCE2F2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821"/>
            <a:ext cx="10058400" cy="1371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/>
              <a:t>Aim 2 Power Calculation</a:t>
            </a:r>
          </a:p>
        </p:txBody>
      </p:sp>
      <p:pic>
        <p:nvPicPr>
          <p:cNvPr id="5" name="Picture 4" descr="aim2_power_plot.png">
            <a:extLst>
              <a:ext uri="{FF2B5EF4-FFF2-40B4-BE49-F238E27FC236}">
                <a16:creationId xmlns:a16="http://schemas.microsoft.com/office/drawing/2014/main" id="{D4A32426-AF39-3703-BA6B-1B5259FFC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250" y="671946"/>
            <a:ext cx="7640136" cy="613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31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BF316-68A7-CC42-B7E9-42F1175DB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3E9FB-FBD9-5DDE-1942-F358D0E5A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072"/>
            <a:ext cx="10058400" cy="1371600"/>
          </a:xfrm>
        </p:spPr>
        <p:txBody>
          <a:bodyPr/>
          <a:lstStyle/>
          <a:p>
            <a:pPr algn="ctr"/>
            <a:r>
              <a:rPr lang="en-US"/>
              <a:t>Aim 2 Power Calculation</a:t>
            </a:r>
          </a:p>
        </p:txBody>
      </p:sp>
      <p:pic>
        <p:nvPicPr>
          <p:cNvPr id="3" name="Picture 2" descr="aim2_power_table.png">
            <a:extLst>
              <a:ext uri="{FF2B5EF4-FFF2-40B4-BE49-F238E27FC236}">
                <a16:creationId xmlns:a16="http://schemas.microsoft.com/office/drawing/2014/main" id="{06675D89-1EFF-9683-4227-06E7C762C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379" y="1077290"/>
            <a:ext cx="6734461" cy="533841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C622724-16E1-ACCB-26CA-D15DAA61480A}"/>
              </a:ext>
            </a:extLst>
          </p:cNvPr>
          <p:cNvCxnSpPr/>
          <p:nvPr/>
        </p:nvCxnSpPr>
        <p:spPr>
          <a:xfrm>
            <a:off x="8978348" y="1071216"/>
            <a:ext cx="22086" cy="5378173"/>
          </a:xfrm>
          <a:prstGeom prst="straightConnector1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8CB62C-199D-0145-80F2-C131CF87E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279" y="2103120"/>
            <a:ext cx="4359965" cy="32913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i="1"/>
              <a:t>Takeaways:</a:t>
            </a:r>
            <a:endParaRPr lang="en-US"/>
          </a:p>
          <a:p>
            <a:pPr>
              <a:buFont typeface="Arial"/>
            </a:pPr>
            <a:r>
              <a:rPr lang="en-US"/>
              <a:t>Even group sizes require slightly lower correlations and are higher powered</a:t>
            </a:r>
          </a:p>
          <a:p>
            <a:pPr>
              <a:buFont typeface="Arial"/>
            </a:pPr>
            <a:r>
              <a:rPr lang="en-US" dirty="0"/>
              <a:t>Higher amyloid+ group sample size require </a:t>
            </a:r>
            <a:r>
              <a:rPr lang="en-US"/>
              <a:t>slightly larger correlations</a:t>
            </a:r>
          </a:p>
          <a:p>
            <a:pPr>
              <a:buFont typeface="Arial"/>
            </a:pPr>
            <a:r>
              <a:rPr lang="en-US"/>
              <a:t>To achieve at least 80% power: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800" dirty="0"/>
              <a:t>A difference in group </a:t>
            </a:r>
            <a:r>
              <a:rPr lang="en-US" sz="1800"/>
              <a:t>correlations of</a:t>
            </a:r>
            <a:r>
              <a:rPr lang="en-US" sz="1800" dirty="0"/>
              <a:t> 0.4 and beyond </a:t>
            </a:r>
            <a:r>
              <a:rPr lang="en-US" sz="1800"/>
              <a:t>are needed </a:t>
            </a:r>
            <a:endParaRPr lang="en-US" sz="1800" dirty="0"/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 marL="0" indent="0">
              <a:buNone/>
            </a:pPr>
            <a:endParaRPr lang="en-US" i="1" dirty="0"/>
          </a:p>
          <a:p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423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6B76-1D02-88E4-16EB-280AB207E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</a:t>
            </a:r>
            <a:r>
              <a:rPr lang="en-US">
                <a:latin typeface="Segoe UI"/>
                <a:cs typeface="Segoe UI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309523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373545"/>
      </a:dk2>
      <a:lt2>
        <a:srgbClr val="BCD0E0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6793CD"/>
      </a:accent6>
      <a:hlink>
        <a:srgbClr val="6B9F25"/>
      </a:hlink>
      <a:folHlink>
        <a:srgbClr val="9F6715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913DB040-6816-4415-960D-8178C78575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Savon</vt:lpstr>
      <vt:lpstr>Project 2: Final Presentation</vt:lpstr>
      <vt:lpstr>Hypotheses</vt:lpstr>
      <vt:lpstr>Preliminary Data</vt:lpstr>
      <vt:lpstr>Analysis Plan</vt:lpstr>
      <vt:lpstr>Aim 1 Power Calculation</vt:lpstr>
      <vt:lpstr>Aim 2 Power Calculation</vt:lpstr>
      <vt:lpstr>Aim 2 Power Calculation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310</cp:revision>
  <dcterms:created xsi:type="dcterms:W3CDTF">2026-03-30T01:59:43Z</dcterms:created>
  <dcterms:modified xsi:type="dcterms:W3CDTF">2026-03-30T04:44:38Z</dcterms:modified>
</cp:coreProperties>
</file>