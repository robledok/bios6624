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F47CCB-381B-C031-5DD4-FF2F247E6E46}" v="1395" dt="2026-02-04T01:12:56.6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ledo, Kayla" userId="S::kayla.robledo@cuanschutz.edu::6eb23104-6d90-4085-b81a-901d881bfb4e" providerId="AD" clId="Web-{D1F47CCB-381B-C031-5DD4-FF2F247E6E46}"/>
    <pc:docChg chg="mod addSld modSld addMainMaster delMainMaster">
      <pc:chgData name="Robledo, Kayla" userId="S::kayla.robledo@cuanschutz.edu::6eb23104-6d90-4085-b81a-901d881bfb4e" providerId="AD" clId="Web-{D1F47CCB-381B-C031-5DD4-FF2F247E6E46}" dt="2026-02-04T01:12:54.340" v="1138" actId="20577"/>
      <pc:docMkLst>
        <pc:docMk/>
      </pc:docMkLst>
      <pc:sldChg chg="modSp mod modClrScheme chgLayout">
        <pc:chgData name="Robledo, Kayla" userId="S::kayla.robledo@cuanschutz.edu::6eb23104-6d90-4085-b81a-901d881bfb4e" providerId="AD" clId="Web-{D1F47CCB-381B-C031-5DD4-FF2F247E6E46}" dt="2026-02-04T01:07:10.096" v="1090" actId="1076"/>
        <pc:sldMkLst>
          <pc:docMk/>
          <pc:sldMk cId="109857222" sldId="256"/>
        </pc:sldMkLst>
        <pc:spChg chg="mod ord">
          <ac:chgData name="Robledo, Kayla" userId="S::kayla.robledo@cuanschutz.edu::6eb23104-6d90-4085-b81a-901d881bfb4e" providerId="AD" clId="Web-{D1F47CCB-381B-C031-5DD4-FF2F247E6E46}" dt="2026-02-04T00:42:05.410" v="674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Robledo, Kayla" userId="S::kayla.robledo@cuanschutz.edu::6eb23104-6d90-4085-b81a-901d881bfb4e" providerId="AD" clId="Web-{D1F47CCB-381B-C031-5DD4-FF2F247E6E46}" dt="2026-02-04T01:07:10.096" v="1090" actId="1076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Robledo, Kayla" userId="S::kayla.robledo@cuanschutz.edu::6eb23104-6d90-4085-b81a-901d881bfb4e" providerId="AD" clId="Web-{D1F47CCB-381B-C031-5DD4-FF2F247E6E46}" dt="2026-02-04T00:43:21.397" v="692" actId="20577"/>
        <pc:sldMkLst>
          <pc:docMk/>
          <pc:sldMk cId="2230572647" sldId="257"/>
        </pc:sldMkLst>
        <pc:spChg chg="mod ord">
          <ac:chgData name="Robledo, Kayla" userId="S::kayla.robledo@cuanschutz.edu::6eb23104-6d90-4085-b81a-901d881bfb4e" providerId="AD" clId="Web-{D1F47CCB-381B-C031-5DD4-FF2F247E6E46}" dt="2026-02-04T00:43:17.569" v="691" actId="20577"/>
          <ac:spMkLst>
            <pc:docMk/>
            <pc:sldMk cId="2230572647" sldId="257"/>
            <ac:spMk id="2" creationId="{E16F1AA6-5E8E-AB1F-A36C-99BB65363CE6}"/>
          </ac:spMkLst>
        </pc:spChg>
        <pc:spChg chg="mod ord">
          <ac:chgData name="Robledo, Kayla" userId="S::kayla.robledo@cuanschutz.edu::6eb23104-6d90-4085-b81a-901d881bfb4e" providerId="AD" clId="Web-{D1F47CCB-381B-C031-5DD4-FF2F247E6E46}" dt="2026-02-04T00:43:21.397" v="692" actId="20577"/>
          <ac:spMkLst>
            <pc:docMk/>
            <pc:sldMk cId="2230572647" sldId="257"/>
            <ac:spMk id="3" creationId="{F70A266C-31E1-F4B8-860E-2C93246F2EB0}"/>
          </ac:spMkLst>
        </pc:spChg>
      </pc:sldChg>
      <pc:sldChg chg="addSp delSp modSp new mod modClrScheme chgLayout">
        <pc:chgData name="Robledo, Kayla" userId="S::kayla.robledo@cuanschutz.edu::6eb23104-6d90-4085-b81a-901d881bfb4e" providerId="AD" clId="Web-{D1F47CCB-381B-C031-5DD4-FF2F247E6E46}" dt="2026-02-04T01:03:02.548" v="980" actId="20577"/>
        <pc:sldMkLst>
          <pc:docMk/>
          <pc:sldMk cId="3478209717" sldId="258"/>
        </pc:sldMkLst>
        <pc:spChg chg="mod ord">
          <ac:chgData name="Robledo, Kayla" userId="S::kayla.robledo@cuanschutz.edu::6eb23104-6d90-4085-b81a-901d881bfb4e" providerId="AD" clId="Web-{D1F47CCB-381B-C031-5DD4-FF2F247E6E46}" dt="2026-02-04T00:43:53.835" v="698"/>
          <ac:spMkLst>
            <pc:docMk/>
            <pc:sldMk cId="3478209717" sldId="258"/>
            <ac:spMk id="2" creationId="{005F3F6D-80B7-5D54-8138-3D80BF34A2E4}"/>
          </ac:spMkLst>
        </pc:spChg>
        <pc:spChg chg="del">
          <ac:chgData name="Robledo, Kayla" userId="S::kayla.robledo@cuanschutz.edu::6eb23104-6d90-4085-b81a-901d881bfb4e" providerId="AD" clId="Web-{D1F47CCB-381B-C031-5DD4-FF2F247E6E46}" dt="2026-02-04T00:20:39.270" v="132"/>
          <ac:spMkLst>
            <pc:docMk/>
            <pc:sldMk cId="3478209717" sldId="258"/>
            <ac:spMk id="3" creationId="{DC117F63-5CA3-6B58-EC86-3A9B000D5E84}"/>
          </ac:spMkLst>
        </pc:spChg>
        <pc:spChg chg="add mod">
          <ac:chgData name="Robledo, Kayla" userId="S::kayla.robledo@cuanschutz.edu::6eb23104-6d90-4085-b81a-901d881bfb4e" providerId="AD" clId="Web-{D1F47CCB-381B-C031-5DD4-FF2F247E6E46}" dt="2026-02-04T01:02:07.797" v="953" actId="1076"/>
          <ac:spMkLst>
            <pc:docMk/>
            <pc:sldMk cId="3478209717" sldId="258"/>
            <ac:spMk id="8" creationId="{8660CE2E-3B0C-9958-81D2-83FBA2BD0D2C}"/>
          </ac:spMkLst>
        </pc:spChg>
        <pc:spChg chg="add mod">
          <ac:chgData name="Robledo, Kayla" userId="S::kayla.robledo@cuanschutz.edu::6eb23104-6d90-4085-b81a-901d881bfb4e" providerId="AD" clId="Web-{D1F47CCB-381B-C031-5DD4-FF2F247E6E46}" dt="2026-02-04T01:00:58.311" v="936" actId="20577"/>
          <ac:spMkLst>
            <pc:docMk/>
            <pc:sldMk cId="3478209717" sldId="258"/>
            <ac:spMk id="9" creationId="{04752793-4CA7-494F-A3F4-E819A8EB425B}"/>
          </ac:spMkLst>
        </pc:spChg>
        <pc:spChg chg="add mod">
          <ac:chgData name="Robledo, Kayla" userId="S::kayla.robledo@cuanschutz.edu::6eb23104-6d90-4085-b81a-901d881bfb4e" providerId="AD" clId="Web-{D1F47CCB-381B-C031-5DD4-FF2F247E6E46}" dt="2026-02-04T01:03:02.548" v="980" actId="20577"/>
          <ac:spMkLst>
            <pc:docMk/>
            <pc:sldMk cId="3478209717" sldId="258"/>
            <ac:spMk id="10" creationId="{D9E57D4F-96EB-CBE8-B9DC-1BAD04D9E0BE}"/>
          </ac:spMkLst>
        </pc:spChg>
        <pc:graphicFrameChg chg="add mod modGraphic">
          <ac:chgData name="Robledo, Kayla" userId="S::kayla.robledo@cuanschutz.edu::6eb23104-6d90-4085-b81a-901d881bfb4e" providerId="AD" clId="Web-{D1F47CCB-381B-C031-5DD4-FF2F247E6E46}" dt="2026-02-04T01:02:07.750" v="952" actId="1076"/>
          <ac:graphicFrameMkLst>
            <pc:docMk/>
            <pc:sldMk cId="3478209717" sldId="258"/>
            <ac:graphicFrameMk id="5" creationId="{E4CAFF41-09F5-33F9-6E9A-220775C1E843}"/>
          </ac:graphicFrameMkLst>
        </pc:graphicFrameChg>
        <pc:graphicFrameChg chg="add del mod modGraphic">
          <ac:chgData name="Robledo, Kayla" userId="S::kayla.robledo@cuanschutz.edu::6eb23104-6d90-4085-b81a-901d881bfb4e" providerId="AD" clId="Web-{D1F47CCB-381B-C031-5DD4-FF2F247E6E46}" dt="2026-02-04T00:21:20.943" v="184"/>
          <ac:graphicFrameMkLst>
            <pc:docMk/>
            <pc:sldMk cId="3478209717" sldId="258"/>
            <ac:graphicFrameMk id="7" creationId="{7AE1AB1D-53AF-89EA-7C41-ADC78452313C}"/>
          </ac:graphicFrameMkLst>
        </pc:graphicFrameChg>
      </pc:sldChg>
      <pc:sldChg chg="modSp new mod modClrScheme chgLayout">
        <pc:chgData name="Robledo, Kayla" userId="S::kayla.robledo@cuanschutz.edu::6eb23104-6d90-4085-b81a-901d881bfb4e" providerId="AD" clId="Web-{D1F47CCB-381B-C031-5DD4-FF2F247E6E46}" dt="2026-02-04T01:12:54.340" v="1138" actId="20577"/>
        <pc:sldMkLst>
          <pc:docMk/>
          <pc:sldMk cId="32276311" sldId="259"/>
        </pc:sldMkLst>
        <pc:spChg chg="mod ord">
          <ac:chgData name="Robledo, Kayla" userId="S::kayla.robledo@cuanschutz.edu::6eb23104-6d90-4085-b81a-901d881bfb4e" providerId="AD" clId="Web-{D1F47CCB-381B-C031-5DD4-FF2F247E6E46}" dt="2026-02-04T00:42:58.693" v="687" actId="14100"/>
          <ac:spMkLst>
            <pc:docMk/>
            <pc:sldMk cId="32276311" sldId="259"/>
            <ac:spMk id="2" creationId="{6873BAC3-00AC-B9A1-A0E2-D30218897822}"/>
          </ac:spMkLst>
        </pc:spChg>
        <pc:spChg chg="mod ord">
          <ac:chgData name="Robledo, Kayla" userId="S::kayla.robledo@cuanschutz.edu::6eb23104-6d90-4085-b81a-901d881bfb4e" providerId="AD" clId="Web-{D1F47CCB-381B-C031-5DD4-FF2F247E6E46}" dt="2026-02-04T01:12:54.340" v="1138" actId="20577"/>
          <ac:spMkLst>
            <pc:docMk/>
            <pc:sldMk cId="32276311" sldId="259"/>
            <ac:spMk id="3" creationId="{ED617F2B-6BF5-B1D8-169A-4889D8F2C8E3}"/>
          </ac:spMkLst>
        </pc:spChg>
      </pc:sldChg>
      <pc:sldChg chg="addSp delSp modSp new mod modClrScheme chgLayout">
        <pc:chgData name="Robledo, Kayla" userId="S::kayla.robledo@cuanschutz.edu::6eb23104-6d90-4085-b81a-901d881bfb4e" providerId="AD" clId="Web-{D1F47CCB-381B-C031-5DD4-FF2F247E6E46}" dt="2026-02-04T01:12:25.949" v="1130" actId="20577"/>
        <pc:sldMkLst>
          <pc:docMk/>
          <pc:sldMk cId="1162558308" sldId="260"/>
        </pc:sldMkLst>
        <pc:spChg chg="mod ord">
          <ac:chgData name="Robledo, Kayla" userId="S::kayla.robledo@cuanschutz.edu::6eb23104-6d90-4085-b81a-901d881bfb4e" providerId="AD" clId="Web-{D1F47CCB-381B-C031-5DD4-FF2F247E6E46}" dt="2026-02-04T01:02:36.750" v="957" actId="1076"/>
          <ac:spMkLst>
            <pc:docMk/>
            <pc:sldMk cId="1162558308" sldId="260"/>
            <ac:spMk id="2" creationId="{46A04021-6EE3-0CE8-ACCB-918465365DC5}"/>
          </ac:spMkLst>
        </pc:spChg>
        <pc:spChg chg="del">
          <ac:chgData name="Robledo, Kayla" userId="S::kayla.robledo@cuanschutz.edu::6eb23104-6d90-4085-b81a-901d881bfb4e" providerId="AD" clId="Web-{D1F47CCB-381B-C031-5DD4-FF2F247E6E46}" dt="2026-02-04T00:35:34.259" v="537"/>
          <ac:spMkLst>
            <pc:docMk/>
            <pc:sldMk cId="1162558308" sldId="260"/>
            <ac:spMk id="3" creationId="{6F3808D1-AA37-06D9-99DF-B56379DFDA11}"/>
          </ac:spMkLst>
        </pc:spChg>
        <pc:spChg chg="add del mod">
          <ac:chgData name="Robledo, Kayla" userId="S::kayla.robledo@cuanschutz.edu::6eb23104-6d90-4085-b81a-901d881bfb4e" providerId="AD" clId="Web-{D1F47CCB-381B-C031-5DD4-FF2F247E6E46}" dt="2026-02-04T00:37:50.150" v="570"/>
          <ac:spMkLst>
            <pc:docMk/>
            <pc:sldMk cId="1162558308" sldId="260"/>
            <ac:spMk id="7" creationId="{32865199-8BE0-7535-0277-80A5B3FEB735}"/>
          </ac:spMkLst>
        </pc:spChg>
        <pc:spChg chg="add mod">
          <ac:chgData name="Robledo, Kayla" userId="S::kayla.robledo@cuanschutz.edu::6eb23104-6d90-4085-b81a-901d881bfb4e" providerId="AD" clId="Web-{D1F47CCB-381B-C031-5DD4-FF2F247E6E46}" dt="2026-02-04T01:02:54.016" v="976" actId="1076"/>
          <ac:spMkLst>
            <pc:docMk/>
            <pc:sldMk cId="1162558308" sldId="260"/>
            <ac:spMk id="8" creationId="{2B1BE8F3-04D1-F1DD-B273-74E8A8603CA6}"/>
          </ac:spMkLst>
        </pc:spChg>
        <pc:spChg chg="add mod">
          <ac:chgData name="Robledo, Kayla" userId="S::kayla.robledo@cuanschutz.edu::6eb23104-6d90-4085-b81a-901d881bfb4e" providerId="AD" clId="Web-{D1F47CCB-381B-C031-5DD4-FF2F247E6E46}" dt="2026-02-04T01:12:25.949" v="1130" actId="20577"/>
          <ac:spMkLst>
            <pc:docMk/>
            <pc:sldMk cId="1162558308" sldId="260"/>
            <ac:spMk id="9" creationId="{64AE4ABA-9395-C069-F693-251B086843CE}"/>
          </ac:spMkLst>
        </pc:spChg>
        <pc:graphicFrameChg chg="add mod modGraphic">
          <ac:chgData name="Robledo, Kayla" userId="S::kayla.robledo@cuanschutz.edu::6eb23104-6d90-4085-b81a-901d881bfb4e" providerId="AD" clId="Web-{D1F47CCB-381B-C031-5DD4-FF2F247E6E46}" dt="2026-02-04T01:12:05.183" v="1123"/>
          <ac:graphicFrameMkLst>
            <pc:docMk/>
            <pc:sldMk cId="1162558308" sldId="260"/>
            <ac:graphicFrameMk id="6" creationId="{1FBF1757-F8A5-D120-14E2-EF2CB4C4E498}"/>
          </ac:graphicFrameMkLst>
        </pc:graphicFrameChg>
        <pc:picChg chg="add mod">
          <ac:chgData name="Robledo, Kayla" userId="S::kayla.robledo@cuanschutz.edu::6eb23104-6d90-4085-b81a-901d881bfb4e" providerId="AD" clId="Web-{D1F47CCB-381B-C031-5DD4-FF2F247E6E46}" dt="2026-02-04T00:39:28.046" v="612" actId="1076"/>
          <ac:picMkLst>
            <pc:docMk/>
            <pc:sldMk cId="1162558308" sldId="260"/>
            <ac:picMk id="4" creationId="{309C6D5D-8222-2984-9D01-0235C053EAA4}"/>
          </ac:picMkLst>
        </pc:picChg>
      </pc:sldChg>
      <pc:sldChg chg="addSp delSp modSp new mod setBg modClrScheme chgLayout modNotes">
        <pc:chgData name="Robledo, Kayla" userId="S::kayla.robledo@cuanschutz.edu::6eb23104-6d90-4085-b81a-901d881bfb4e" providerId="AD" clId="Web-{D1F47CCB-381B-C031-5DD4-FF2F247E6E46}" dt="2026-02-04T01:11:53.621" v="1110"/>
        <pc:sldMkLst>
          <pc:docMk/>
          <pc:sldMk cId="526482250" sldId="261"/>
        </pc:sldMkLst>
        <pc:spChg chg="del mod">
          <ac:chgData name="Robledo, Kayla" userId="S::kayla.robledo@cuanschutz.edu::6eb23104-6d90-4085-b81a-901d881bfb4e" providerId="AD" clId="Web-{D1F47CCB-381B-C031-5DD4-FF2F247E6E46}" dt="2026-02-04T00:40:58.675" v="659"/>
          <ac:spMkLst>
            <pc:docMk/>
            <pc:sldMk cId="526482250" sldId="261"/>
            <ac:spMk id="2" creationId="{9E125A51-7A29-2C53-C90D-A1F57F561413}"/>
          </ac:spMkLst>
        </pc:spChg>
        <pc:spChg chg="del">
          <ac:chgData name="Robledo, Kayla" userId="S::kayla.robledo@cuanschutz.edu::6eb23104-6d90-4085-b81a-901d881bfb4e" providerId="AD" clId="Web-{D1F47CCB-381B-C031-5DD4-FF2F247E6E46}" dt="2026-02-04T00:36:24.072" v="552"/>
          <ac:spMkLst>
            <pc:docMk/>
            <pc:sldMk cId="526482250" sldId="261"/>
            <ac:spMk id="3" creationId="{DF716B02-2067-AA64-0793-A316EF38CB76}"/>
          </ac:spMkLst>
        </pc:spChg>
        <pc:spChg chg="add del mod">
          <ac:chgData name="Robledo, Kayla" userId="S::kayla.robledo@cuanschutz.edu::6eb23104-6d90-4085-b81a-901d881bfb4e" providerId="AD" clId="Web-{D1F47CCB-381B-C031-5DD4-FF2F247E6E46}" dt="2026-02-04T00:36:58.072" v="563"/>
          <ac:spMkLst>
            <pc:docMk/>
            <pc:sldMk cId="526482250" sldId="261"/>
            <ac:spMk id="8" creationId="{663A6911-D9BB-4092-05D3-BA736EC5B7EC}"/>
          </ac:spMkLst>
        </pc:spChg>
        <pc:spChg chg="add del mod">
          <ac:chgData name="Robledo, Kayla" userId="S::kayla.robledo@cuanschutz.edu::6eb23104-6d90-4085-b81a-901d881bfb4e" providerId="AD" clId="Web-{D1F47CCB-381B-C031-5DD4-FF2F247E6E46}" dt="2026-02-04T00:41:02.456" v="660"/>
          <ac:spMkLst>
            <pc:docMk/>
            <pc:sldMk cId="526482250" sldId="261"/>
            <ac:spMk id="10" creationId="{49C7202C-459A-6DF9-88EE-68F8C64B4709}"/>
          </ac:spMkLst>
        </pc:spChg>
        <pc:spChg chg="add mod">
          <ac:chgData name="Robledo, Kayla" userId="S::kayla.robledo@cuanschutz.edu::6eb23104-6d90-4085-b81a-901d881bfb4e" providerId="AD" clId="Web-{D1F47CCB-381B-C031-5DD4-FF2F247E6E46}" dt="2026-02-04T01:06:50.939" v="1089" actId="1076"/>
          <ac:spMkLst>
            <pc:docMk/>
            <pc:sldMk cId="526482250" sldId="261"/>
            <ac:spMk id="11" creationId="{DDB34E20-8A2F-8898-664C-C0563F77E0C7}"/>
          </ac:spMkLst>
        </pc:spChg>
        <pc:graphicFrameChg chg="add mod modGraphic">
          <ac:chgData name="Robledo, Kayla" userId="S::kayla.robledo@cuanschutz.edu::6eb23104-6d90-4085-b81a-901d881bfb4e" providerId="AD" clId="Web-{D1F47CCB-381B-C031-5DD4-FF2F247E6E46}" dt="2026-02-04T01:11:53.621" v="1110"/>
          <ac:graphicFrameMkLst>
            <pc:docMk/>
            <pc:sldMk cId="526482250" sldId="261"/>
            <ac:graphicFrameMk id="7" creationId="{D78DBA7C-41AC-B385-C710-DA4E7F5DF6B3}"/>
          </ac:graphicFrameMkLst>
        </pc:graphicFrameChg>
        <pc:picChg chg="add mod">
          <ac:chgData name="Robledo, Kayla" userId="S::kayla.robledo@cuanschutz.edu::6eb23104-6d90-4085-b81a-901d881bfb4e" providerId="AD" clId="Web-{D1F47CCB-381B-C031-5DD4-FF2F247E6E46}" dt="2026-02-04T01:06:03.361" v="1079" actId="1076"/>
          <ac:picMkLst>
            <pc:docMk/>
            <pc:sldMk cId="526482250" sldId="261"/>
            <ac:picMk id="4" creationId="{42EF895A-1141-1991-8F9C-DB33B89DBE7C}"/>
          </ac:picMkLst>
        </pc:picChg>
        <pc:picChg chg="add mod">
          <ac:chgData name="Robledo, Kayla" userId="S::kayla.robledo@cuanschutz.edu::6eb23104-6d90-4085-b81a-901d881bfb4e" providerId="AD" clId="Web-{D1F47CCB-381B-C031-5DD4-FF2F247E6E46}" dt="2026-02-04T01:06:11.611" v="1083" actId="1076"/>
          <ac:picMkLst>
            <pc:docMk/>
            <pc:sldMk cId="526482250" sldId="261"/>
            <ac:picMk id="5" creationId="{DA27395D-DE57-EF3F-D944-4D2E3CF9E5D6}"/>
          </ac:picMkLst>
        </pc:picChg>
      </pc:sldChg>
      <pc:sldChg chg="modSp new mod modClrScheme chgLayout">
        <pc:chgData name="Robledo, Kayla" userId="S::kayla.robledo@cuanschutz.edu::6eb23104-6d90-4085-b81a-901d881bfb4e" providerId="AD" clId="Web-{D1F47CCB-381B-C031-5DD4-FF2F247E6E46}" dt="2026-02-04T01:09:31.320" v="1103" actId="1076"/>
        <pc:sldMkLst>
          <pc:docMk/>
          <pc:sldMk cId="2024015817" sldId="262"/>
        </pc:sldMkLst>
        <pc:spChg chg="mod ord">
          <ac:chgData name="Robledo, Kayla" userId="S::kayla.robledo@cuanschutz.edu::6eb23104-6d90-4085-b81a-901d881bfb4e" providerId="AD" clId="Web-{D1F47CCB-381B-C031-5DD4-FF2F247E6E46}" dt="2026-02-04T01:07:22.096" v="1092" actId="20577"/>
          <ac:spMkLst>
            <pc:docMk/>
            <pc:sldMk cId="2024015817" sldId="262"/>
            <ac:spMk id="2" creationId="{E372AA68-D54B-5465-1E13-1793B005B711}"/>
          </ac:spMkLst>
        </pc:spChg>
        <pc:spChg chg="mod ord">
          <ac:chgData name="Robledo, Kayla" userId="S::kayla.robledo@cuanschutz.edu::6eb23104-6d90-4085-b81a-901d881bfb4e" providerId="AD" clId="Web-{D1F47CCB-381B-C031-5DD4-FF2F247E6E46}" dt="2026-02-04T01:09:31.320" v="1103" actId="1076"/>
          <ac:spMkLst>
            <pc:docMk/>
            <pc:sldMk cId="2024015817" sldId="262"/>
            <ac:spMk id="3" creationId="{FF579A55-3205-6721-014D-E7E638770D10}"/>
          </ac:spMkLst>
        </pc:spChg>
      </pc:sldChg>
      <pc:sldChg chg="delSp modSp new">
        <pc:chgData name="Robledo, Kayla" userId="S::kayla.robledo@cuanschutz.edu::6eb23104-6d90-4085-b81a-901d881bfb4e" providerId="AD" clId="Web-{D1F47CCB-381B-C031-5DD4-FF2F247E6E46}" dt="2026-02-04T01:10:33.228" v="1108"/>
        <pc:sldMkLst>
          <pc:docMk/>
          <pc:sldMk cId="1746053560" sldId="263"/>
        </pc:sldMkLst>
        <pc:spChg chg="mod">
          <ac:chgData name="Robledo, Kayla" userId="S::kayla.robledo@cuanschutz.edu::6eb23104-6d90-4085-b81a-901d881bfb4e" providerId="AD" clId="Web-{D1F47CCB-381B-C031-5DD4-FF2F247E6E46}" dt="2026-02-04T01:10:30.166" v="1107" actId="20577"/>
          <ac:spMkLst>
            <pc:docMk/>
            <pc:sldMk cId="1746053560" sldId="263"/>
            <ac:spMk id="2" creationId="{75838183-E778-4EDF-B426-440B4546095A}"/>
          </ac:spMkLst>
        </pc:spChg>
        <pc:spChg chg="del">
          <ac:chgData name="Robledo, Kayla" userId="S::kayla.robledo@cuanschutz.edu::6eb23104-6d90-4085-b81a-901d881bfb4e" providerId="AD" clId="Web-{D1F47CCB-381B-C031-5DD4-FF2F247E6E46}" dt="2026-02-04T01:10:33.228" v="1108"/>
          <ac:spMkLst>
            <pc:docMk/>
            <pc:sldMk cId="1746053560" sldId="263"/>
            <ac:spMk id="3" creationId="{6ED74E4D-4AB6-0ED4-DA3B-84307C9EE5F8}"/>
          </ac:spMkLst>
        </pc:spChg>
      </pc:sldChg>
      <pc:sldMasterChg chg="del delSldLayout">
        <pc:chgData name="Robledo, Kayla" userId="S::kayla.robledo@cuanschutz.edu::6eb23104-6d90-4085-b81a-901d881bfb4e" providerId="AD" clId="Web-{D1F47CCB-381B-C031-5DD4-FF2F247E6E46}" dt="2026-02-04T00:42:05.410" v="674"/>
        <pc:sldMasterMkLst>
          <pc:docMk/>
          <pc:sldMasterMk cId="2460954070" sldId="2147483660"/>
        </pc:sldMasterMkLst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Robledo, Kayla" userId="S::kayla.robledo@cuanschutz.edu::6eb23104-6d90-4085-b81a-901d881bfb4e" providerId="AD" clId="Web-{D1F47CCB-381B-C031-5DD4-FF2F247E6E46}" dt="2026-02-04T00:42:05.410" v="674"/>
        <pc:sldMasterMkLst>
          <pc:docMk/>
          <pc:sldMasterMk cId="432173064" sldId="2147483672"/>
        </pc:sldMasterMkLst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3601895067" sldId="2147483673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165740421" sldId="2147483674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1668228272" sldId="2147483675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1168855494" sldId="2147483676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1019375666" sldId="2147483677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3252678367" sldId="2147483678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3754678502" sldId="2147483679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961988966" sldId="2147483680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3432743944" sldId="2147483681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360406299" sldId="2147483682"/>
          </pc:sldLayoutMkLst>
        </pc:sldLayoutChg>
        <pc:sldLayoutChg chg="add mod replId">
          <pc:chgData name="Robledo, Kayla" userId="S::kayla.robledo@cuanschutz.edu::6eb23104-6d90-4085-b81a-901d881bfb4e" providerId="AD" clId="Web-{D1F47CCB-381B-C031-5DD4-FF2F247E6E46}" dt="2026-02-04T00:42:05.410" v="674"/>
          <pc:sldLayoutMkLst>
            <pc:docMk/>
            <pc:sldMasterMk cId="432173064" sldId="2147483672"/>
            <pc:sldLayoutMk cId="3482616907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1CBFDB-4626-458A-B6A9-F489945C59F5}" type="datetimeFigureOut"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A095D-B4E1-48E4-B850-37B22648D96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42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ts val="1425"/>
              </a:lnSpc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A095D-B4E1-48E4-B850-37B22648D96A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41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8950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40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228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855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75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678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67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6198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32743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406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2616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2/3/2026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17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0: Final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18895"/>
            <a:ext cx="9144000" cy="93186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Kayla Robledo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February 4th, 2026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F1AA6-5E8E-AB1F-A36C-99BB65363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Research Questions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A266C-31E1-F4B8-860E-2C93246F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2400" dirty="0"/>
              <a:t>Do caplet and booklet times agree with one another (i.e. show a one-to-one relationship)?</a:t>
            </a:r>
          </a:p>
          <a:p>
            <a:pPr marL="514350" indent="-514350">
              <a:buAutoNum type="arabicPeriod"/>
            </a:pPr>
            <a:r>
              <a:rPr lang="en-US" sz="2400" dirty="0"/>
              <a:t>What does adherence look like at the 30 minute and 10 hour mark?</a:t>
            </a:r>
          </a:p>
          <a:p>
            <a:pPr marL="514350" indent="-514350">
              <a:buAutoNum type="arabicPeriod"/>
            </a:pPr>
            <a:r>
              <a:rPr lang="en-US" sz="2400" dirty="0"/>
              <a:t>Do cortisol and DHEA levels increase from waking to 30 minutes after and then decrease?</a:t>
            </a:r>
          </a:p>
        </p:txBody>
      </p:sp>
    </p:spTree>
    <p:extLst>
      <p:ext uri="{BB962C8B-B14F-4D97-AF65-F5344CB8AC3E}">
        <p14:creationId xmlns:p14="http://schemas.microsoft.com/office/powerpoint/2010/main" val="2230572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F3F6D-80B7-5D54-8138-3D80BF34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27900"/>
            <a:ext cx="10058400" cy="988009"/>
          </a:xfrm>
        </p:spPr>
        <p:txBody>
          <a:bodyPr>
            <a:normAutofit/>
          </a:bodyPr>
          <a:lstStyle/>
          <a:p>
            <a:pPr algn="ctr"/>
            <a:r>
              <a:rPr lang="en-US" sz="4400" dirty="0">
                <a:solidFill>
                  <a:srgbClr val="1485A4"/>
                </a:solidFill>
              </a:rPr>
              <a:t>Data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4CAFF41-09F5-33F9-6E9A-220775C1E8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02792"/>
              </p:ext>
            </p:extLst>
          </p:nvPr>
        </p:nvGraphicFramePr>
        <p:xfrm>
          <a:off x="1035180" y="3415847"/>
          <a:ext cx="10126039" cy="20669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55508">
                  <a:extLst>
                    <a:ext uri="{9D8B030D-6E8A-4147-A177-3AD203B41FA5}">
                      <a16:colId xmlns:a16="http://schemas.microsoft.com/office/drawing/2014/main" val="3913889257"/>
                    </a:ext>
                  </a:extLst>
                </a:gridCol>
                <a:gridCol w="1309603">
                  <a:extLst>
                    <a:ext uri="{9D8B030D-6E8A-4147-A177-3AD203B41FA5}">
                      <a16:colId xmlns:a16="http://schemas.microsoft.com/office/drawing/2014/main" val="794545238"/>
                    </a:ext>
                  </a:extLst>
                </a:gridCol>
                <a:gridCol w="1590232">
                  <a:extLst>
                    <a:ext uri="{9D8B030D-6E8A-4147-A177-3AD203B41FA5}">
                      <a16:colId xmlns:a16="http://schemas.microsoft.com/office/drawing/2014/main" val="2514817963"/>
                    </a:ext>
                  </a:extLst>
                </a:gridCol>
                <a:gridCol w="1590232">
                  <a:extLst>
                    <a:ext uri="{9D8B030D-6E8A-4147-A177-3AD203B41FA5}">
                      <a16:colId xmlns:a16="http://schemas.microsoft.com/office/drawing/2014/main" val="2893214271"/>
                    </a:ext>
                  </a:extLst>
                </a:gridCol>
                <a:gridCol w="1590232">
                  <a:extLst>
                    <a:ext uri="{9D8B030D-6E8A-4147-A177-3AD203B41FA5}">
                      <a16:colId xmlns:a16="http://schemas.microsoft.com/office/drawing/2014/main" val="3973810163"/>
                    </a:ext>
                  </a:extLst>
                </a:gridCol>
                <a:gridCol w="1590232">
                  <a:extLst>
                    <a:ext uri="{9D8B030D-6E8A-4147-A177-3AD203B41FA5}">
                      <a16:colId xmlns:a16="http://schemas.microsoft.com/office/drawing/2014/main" val="204855918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Characteristic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Waking  </a:t>
                      </a:r>
                      <a:endParaRPr lang="en-US" b="1"/>
                    </a:p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(N = 89)</a:t>
                      </a:r>
                      <a:r>
                        <a:rPr lang="en-US" sz="1600" baseline="300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30-Minutes 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/>
                    </a:p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(N = 90)</a:t>
                      </a:r>
                      <a:r>
                        <a:rPr lang="en-US" sz="1600" baseline="300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Lunch  </a:t>
                      </a:r>
                      <a:endParaRPr lang="en-US" b="1"/>
                    </a:p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(N = 91)</a:t>
                      </a:r>
                      <a:r>
                        <a:rPr lang="en-US" sz="1600" baseline="300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10-Hours  </a:t>
                      </a:r>
                    </a:p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(N = 90)</a:t>
                      </a:r>
                      <a:r>
                        <a:rPr lang="en-US" sz="1600" baseline="300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</a:rPr>
                        <a:t>Overall  </a:t>
                      </a:r>
                    </a:p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(N = 360)</a:t>
                      </a:r>
                      <a:r>
                        <a:rPr lang="en-US" sz="1600" baseline="30000" dirty="0">
                          <a:effectLst/>
                        </a:rPr>
                        <a:t>1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92605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Cortisol (nmol/L)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7.3 (6.0)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9.0 (5.0)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3.2 (2.3)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3.2 (5.0)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5.7 (5.4)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19050">
                      <a:solidFill>
                        <a:srgbClr val="000000"/>
                      </a:solidFill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70851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DHEA (nmol/L)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1.63 (1.06)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1.02 (0.69)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0.51 (0.46)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0.50 (0.65)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0.91 (0.88)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1039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Booklet Time (minutes)</a:t>
                      </a:r>
                      <a:r>
                        <a:rPr lang="en-US" sz="1600" baseline="30000" dirty="0">
                          <a:effectLst/>
                          <a:latin typeface="Century Gothic"/>
                        </a:rPr>
                        <a:t>2</a:t>
                      </a:r>
                      <a:endParaRPr lang="en-US" sz="1600" dirty="0">
                        <a:effectLst/>
                        <a:latin typeface="Century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 (4)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34 (11)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323 (84)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641 (85)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242 (264)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3723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     Missing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5 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5 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10 </a:t>
                      </a:r>
                      <a:endParaRPr lang="en-US" sz="1600"/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11 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31 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5371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Caplet Time (minutes)</a:t>
                      </a:r>
                      <a:r>
                        <a:rPr lang="en-US" sz="1600" baseline="30000" dirty="0">
                          <a:effectLst/>
                        </a:rPr>
                        <a:t>2</a:t>
                      </a:r>
                      <a:r>
                        <a:rPr lang="en-US" sz="1600" dirty="0">
                          <a:effectLst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5 (9)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50 (36)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324 (79)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659 (100)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274 (272)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1679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lvl="0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     Missing 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14 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22 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11 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8 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</a:rPr>
                        <a:t>55 </a:t>
                      </a:r>
                    </a:p>
                  </a:txBody>
                  <a:tcPr marL="66674" marR="6667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82240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660CE2E-3B0C-9958-81D2-83FBA2BD0D2C}"/>
              </a:ext>
            </a:extLst>
          </p:cNvPr>
          <p:cNvSpPr txBox="1"/>
          <p:nvPr/>
        </p:nvSpPr>
        <p:spPr>
          <a:xfrm>
            <a:off x="952241" y="5192000"/>
            <a:ext cx="6096000" cy="12824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endParaRPr lang="en-US" dirty="0">
              <a:latin typeface="Century Gothic"/>
              <a:ea typeface="Segoe UI"/>
              <a:cs typeface="Segoe UI"/>
            </a:endParaRPr>
          </a:p>
          <a:p>
            <a:pPr rtl="0"/>
            <a:endParaRPr lang="en-US" dirty="0">
              <a:latin typeface="Century Gothic"/>
              <a:ea typeface="Segoe UI"/>
              <a:cs typeface="Segoe UI"/>
            </a:endParaRPr>
          </a:p>
          <a:p>
            <a:pPr algn="just" rtl="0">
              <a:lnSpc>
                <a:spcPts val="1425"/>
              </a:lnSpc>
            </a:pPr>
            <a:r>
              <a:rPr lang="en-US" baseline="30000" dirty="0">
                <a:latin typeface="Century Gothic"/>
                <a:ea typeface="Segoe UI"/>
                <a:cs typeface="Segoe UI"/>
              </a:rPr>
              <a:t>1</a:t>
            </a:r>
            <a:r>
              <a:rPr lang="en-US" dirty="0">
                <a:latin typeface="Century Gothic"/>
                <a:ea typeface="Segoe UI"/>
                <a:cs typeface="Segoe UI"/>
              </a:rPr>
              <a:t>Values are mean (SD).</a:t>
            </a:r>
            <a:r>
              <a:rPr lang="en-US" dirty="0">
                <a:latin typeface="Century Gothic"/>
                <a:ea typeface="Times New Roman"/>
                <a:cs typeface="Times New Roman"/>
              </a:rPr>
              <a:t> </a:t>
            </a:r>
          </a:p>
          <a:p>
            <a:pPr rtl="0">
              <a:lnSpc>
                <a:spcPts val="1425"/>
              </a:lnSpc>
            </a:pPr>
            <a:r>
              <a:rPr lang="en-US" baseline="30000" dirty="0">
                <a:latin typeface="Century Gothic"/>
                <a:ea typeface="Segoe UI"/>
                <a:cs typeface="Segoe UI"/>
              </a:rPr>
              <a:t>2</a:t>
            </a:r>
            <a:r>
              <a:rPr lang="en-US" dirty="0">
                <a:latin typeface="Century Gothic"/>
                <a:ea typeface="Segoe UI"/>
                <a:cs typeface="Segoe UI"/>
              </a:rPr>
              <a:t>Refers to time from waking.</a:t>
            </a:r>
            <a:r>
              <a:rPr lang="en-US" dirty="0">
                <a:latin typeface="Century Gothic"/>
                <a:ea typeface="Times New Roman"/>
                <a:cs typeface="Times New Roman"/>
              </a:rPr>
              <a:t> </a:t>
            </a:r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752793-4CA7-494F-A3F4-E819A8EB425B}"/>
              </a:ext>
            </a:extLst>
          </p:cNvPr>
          <p:cNvSpPr txBox="1"/>
          <p:nvPr/>
        </p:nvSpPr>
        <p:spPr>
          <a:xfrm>
            <a:off x="517265" y="1217742"/>
            <a:ext cx="8103184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cs typeface="Arial"/>
              </a:rPr>
              <a:t>372 participants </a:t>
            </a:r>
            <a:r>
              <a:rPr lang="en-US" dirty="0">
                <a:ea typeface="+mn-lt"/>
                <a:cs typeface="+mn-lt"/>
              </a:rPr>
              <a:t>→ 360 participants</a:t>
            </a:r>
          </a:p>
          <a:p>
            <a:pPr marL="628650" lvl="1" indent="-171450">
              <a:buFont typeface="Courier New"/>
              <a:buChar char="o"/>
            </a:pPr>
            <a:r>
              <a:rPr lang="en-US" dirty="0">
                <a:cs typeface="Arial"/>
              </a:rPr>
              <a:t>Subject 3037 had 4 DHEA levels at assay upper detection limit</a:t>
            </a:r>
          </a:p>
          <a:p>
            <a:pPr marL="628650" lvl="1" indent="-171450">
              <a:buFont typeface="Courier New"/>
              <a:buChar char="o"/>
            </a:pPr>
            <a:r>
              <a:rPr lang="en-US" dirty="0">
                <a:cs typeface="Arial"/>
              </a:rPr>
              <a:t>2 others has DHEA levels at assay upper detection limit</a:t>
            </a:r>
          </a:p>
          <a:p>
            <a:pPr marL="628650" lvl="1" indent="-171450">
              <a:buFont typeface="Courier New"/>
              <a:buChar char="o"/>
            </a:pPr>
            <a:r>
              <a:rPr lang="en-US" dirty="0">
                <a:cs typeface="Arial"/>
              </a:rPr>
              <a:t>1 subject with a cortisol value above 80 nmol/L</a:t>
            </a:r>
          </a:p>
          <a:p>
            <a:pPr marL="628650" lvl="1" indent="-171450">
              <a:buFont typeface="Courier New"/>
              <a:buChar char="o"/>
            </a:pPr>
            <a:r>
              <a:rPr lang="en-US" dirty="0">
                <a:cs typeface="Arial"/>
              </a:rPr>
              <a:t>5 subjects with NAs for cortisol and DHEA values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E57D4F-96EB-CBE8-B9DC-1BAD04D9E0BE}"/>
              </a:ext>
            </a:extLst>
          </p:cNvPr>
          <p:cNvSpPr txBox="1"/>
          <p:nvPr/>
        </p:nvSpPr>
        <p:spPr>
          <a:xfrm>
            <a:off x="1041920" y="2900264"/>
            <a:ext cx="1011334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latin typeface="Century Gothic"/>
              </a:rPr>
              <a:t>Table 1.</a:t>
            </a:r>
            <a:r>
              <a:rPr lang="en-US" sz="2000" dirty="0">
                <a:latin typeface="Century Gothic"/>
              </a:rPr>
              <a:t> Summary Statistics of SPIT Booklet Samples</a:t>
            </a:r>
            <a:r>
              <a:rPr sz="2000" dirty="0">
                <a:latin typeface="Century Gothic"/>
                <a:ea typeface="Times New Roman"/>
                <a:cs typeface="Times New Roman"/>
              </a:rPr>
              <a:t> </a:t>
            </a:r>
            <a:endParaRPr lang="en-US" sz="2000" dirty="0">
              <a:latin typeface="Century Gothic"/>
            </a:endParaRP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82097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3BAC3-00AC-B9A1-A0E2-D30218897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37781"/>
            <a:ext cx="10058400" cy="8667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4400" dirty="0">
                <a:solidFill>
                  <a:schemeClr val="tx2"/>
                </a:solidFill>
              </a:rPr>
              <a:t>Analysis</a:t>
            </a:r>
            <a:endParaRPr lang="en-US" sz="4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17F2B-6BF5-B1D8-169A-4889D8F2C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4325" y="1098233"/>
            <a:ext cx="11558587" cy="52273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514350" indent="-514350">
              <a:buAutoNum type="arabicPeriod"/>
            </a:pPr>
            <a:r>
              <a:rPr lang="en-US" sz="1800" dirty="0"/>
              <a:t>Linear Mixed Model</a:t>
            </a:r>
          </a:p>
          <a:p>
            <a:pPr marL="971550" lvl="1" indent="-514350">
              <a:buFont typeface="Courier New"/>
              <a:buChar char="o"/>
            </a:pPr>
            <a:r>
              <a:rPr lang="en-US" sz="1800" dirty="0"/>
              <a:t>Outcome: </a:t>
            </a:r>
            <a:r>
              <a:rPr lang="en-US" sz="1800" dirty="0">
                <a:latin typeface="Century Gothic"/>
                <a:cs typeface="Times New Roman"/>
              </a:rPr>
              <a:t>caplet time since waking measured in minutes</a:t>
            </a:r>
          </a:p>
          <a:p>
            <a:pPr marL="971550" lvl="1" indent="-514350">
              <a:buFont typeface="Courier New"/>
              <a:buChar char="o"/>
            </a:pPr>
            <a:r>
              <a:rPr lang="en-US" sz="1800" dirty="0"/>
              <a:t>PEV: </a:t>
            </a:r>
            <a:r>
              <a:rPr lang="en-US" sz="1800" dirty="0">
                <a:latin typeface="Century Gothic"/>
                <a:cs typeface="Times New Roman"/>
              </a:rPr>
              <a:t>booklet time since waking measured in minutes</a:t>
            </a:r>
            <a:endParaRPr lang="en-US" sz="1800" dirty="0">
              <a:latin typeface="Century Gothic"/>
            </a:endParaRPr>
          </a:p>
          <a:p>
            <a:pPr marL="971550" lvl="1" indent="-514350">
              <a:buFont typeface="Courier New"/>
              <a:buChar char="o"/>
            </a:pPr>
            <a:r>
              <a:rPr lang="en-US" sz="1800" dirty="0"/>
              <a:t>Random intercept for subject</a:t>
            </a:r>
          </a:p>
          <a:p>
            <a:pPr marL="514350" indent="-514350">
              <a:buAutoNum type="arabicPeriod"/>
            </a:pPr>
            <a:r>
              <a:rPr lang="en-US" sz="1800" dirty="0"/>
              <a:t>Adherence Proportions and Counts by Time:</a:t>
            </a:r>
          </a:p>
          <a:p>
            <a:pPr marL="971550" lvl="1" indent="-514350">
              <a:buFont typeface="Courier New"/>
              <a:buChar char="o"/>
            </a:pPr>
            <a:r>
              <a:rPr lang="en-US" sz="1800" dirty="0"/>
              <a:t>Time groups: 30 minutes and 10 hours</a:t>
            </a:r>
          </a:p>
          <a:p>
            <a:pPr marL="971550" lvl="1" indent="-514350">
              <a:buFont typeface="Courier New"/>
              <a:buChar char="o"/>
            </a:pPr>
            <a:r>
              <a:rPr lang="en-US" sz="1800" dirty="0"/>
              <a:t>Good adherence: </a:t>
            </a:r>
            <a:r>
              <a:rPr lang="en-US" sz="1800" dirty="0">
                <a:latin typeface="Century Gothic"/>
                <a:cs typeface="Times New Roman"/>
              </a:rPr>
              <a:t>deviation of 0 to ±7.5 minutes </a:t>
            </a:r>
            <a:endParaRPr lang="en-US" sz="1800">
              <a:latin typeface="Century Gothic"/>
            </a:endParaRPr>
          </a:p>
          <a:p>
            <a:pPr marL="971550" lvl="1" indent="-514350">
              <a:buFont typeface="Courier New"/>
              <a:buChar char="o"/>
            </a:pPr>
            <a:r>
              <a:rPr lang="en-US" sz="1800" dirty="0"/>
              <a:t>Adequate adherence: </a:t>
            </a:r>
            <a:r>
              <a:rPr lang="en-US" sz="1800" dirty="0">
                <a:latin typeface="Century Gothic"/>
                <a:cs typeface="Times New Roman"/>
              </a:rPr>
              <a:t>deviations from ±7.5 to ±15 minutes</a:t>
            </a:r>
            <a:endParaRPr lang="en-US" sz="1800">
              <a:latin typeface="Century Gothic"/>
            </a:endParaRPr>
          </a:p>
          <a:p>
            <a:pPr marL="971550" lvl="1" indent="-514350">
              <a:buFont typeface="Courier New"/>
              <a:buChar char="o"/>
            </a:pPr>
            <a:r>
              <a:rPr lang="en-US" sz="1800" dirty="0"/>
              <a:t>Poor adherence: </a:t>
            </a:r>
            <a:r>
              <a:rPr lang="en-US" sz="1800" dirty="0">
                <a:latin typeface="Century Gothic"/>
                <a:cs typeface="Times New Roman"/>
              </a:rPr>
              <a:t>deviations exceeding ±15 minutes</a:t>
            </a:r>
          </a:p>
          <a:p>
            <a:pPr marL="514350" indent="-514350">
              <a:buAutoNum type="arabicPeriod"/>
            </a:pPr>
            <a:r>
              <a:rPr lang="en-US" sz="1800" dirty="0">
                <a:latin typeface="Century Gothic"/>
                <a:cs typeface="Times New Roman"/>
              </a:rPr>
              <a:t>Two Piecewise Linear Mixed Model:</a:t>
            </a:r>
          </a:p>
          <a:p>
            <a:pPr marL="971550" lvl="1" indent="-514350">
              <a:buFont typeface="Courier New,monospace" panose="020B0604020202020204" pitchFamily="34" charset="0"/>
              <a:buChar char="o"/>
            </a:pPr>
            <a:r>
              <a:rPr lang="en-US" sz="1800" dirty="0">
                <a:latin typeface="Century Gothic"/>
                <a:cs typeface="Times New Roman"/>
              </a:rPr>
              <a:t>Outcomes: cortisol and DHEA levels</a:t>
            </a:r>
          </a:p>
          <a:p>
            <a:pPr marL="971550" lvl="1" indent="-514350">
              <a:buFont typeface="Courier New,monospace" panose="020B0604020202020204" pitchFamily="34" charset="0"/>
              <a:buChar char="o"/>
            </a:pPr>
            <a:r>
              <a:rPr lang="en-US" sz="1800" dirty="0">
                <a:latin typeface="Century Gothic"/>
                <a:cs typeface="Times New Roman"/>
              </a:rPr>
              <a:t>PEV: booklet time since waking measured in minutes</a:t>
            </a:r>
          </a:p>
          <a:p>
            <a:pPr marL="971550" lvl="1" indent="-514350">
              <a:buFont typeface="Courier New,monospace" panose="020B0604020202020204" pitchFamily="34" charset="0"/>
              <a:buChar char="o"/>
            </a:pPr>
            <a:r>
              <a:rPr lang="en-US" sz="1800" dirty="0">
                <a:latin typeface="Century Gothic"/>
                <a:cs typeface="Times New Roman"/>
              </a:rPr>
              <a:t>Knot at 30 minutes</a:t>
            </a:r>
          </a:p>
          <a:p>
            <a:pPr marL="971550" lvl="1" indent="-514350">
              <a:buFont typeface="Courier New,monospace" panose="020B0604020202020204" pitchFamily="34" charset="0"/>
              <a:buChar char="o"/>
            </a:pPr>
            <a:r>
              <a:rPr lang="en-US" sz="1800" dirty="0">
                <a:latin typeface="Century Gothic"/>
                <a:cs typeface="Times New Roman"/>
              </a:rPr>
              <a:t>Random intercept for subject</a:t>
            </a:r>
            <a:endParaRPr lang="en-US" sz="1800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276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04021-6EE3-0CE8-ACCB-918465365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41941"/>
            <a:ext cx="10058400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Results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C6D5D-8222-2984-9D01-0235C053E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35" y="1827407"/>
            <a:ext cx="5523009" cy="403257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FBF1757-F8A5-D120-14E2-EF2CB4C4E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792833"/>
              </p:ext>
            </p:extLst>
          </p:nvPr>
        </p:nvGraphicFramePr>
        <p:xfrm>
          <a:off x="6132285" y="3302000"/>
          <a:ext cx="5710224" cy="155543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67428">
                  <a:extLst>
                    <a:ext uri="{9D8B030D-6E8A-4147-A177-3AD203B41FA5}">
                      <a16:colId xmlns:a16="http://schemas.microsoft.com/office/drawing/2014/main" val="1740410569"/>
                    </a:ext>
                  </a:extLst>
                </a:gridCol>
                <a:gridCol w="1547184">
                  <a:extLst>
                    <a:ext uri="{9D8B030D-6E8A-4147-A177-3AD203B41FA5}">
                      <a16:colId xmlns:a16="http://schemas.microsoft.com/office/drawing/2014/main" val="3881996741"/>
                    </a:ext>
                  </a:extLst>
                </a:gridCol>
                <a:gridCol w="1695612">
                  <a:extLst>
                    <a:ext uri="{9D8B030D-6E8A-4147-A177-3AD203B41FA5}">
                      <a16:colId xmlns:a16="http://schemas.microsoft.com/office/drawing/2014/main" val="371266424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entury Gothic"/>
                        </a:rPr>
                        <a:t>Characteristic</a:t>
                      </a:r>
                      <a:r>
                        <a:rPr lang="en-US" sz="1800" dirty="0">
                          <a:effectLst/>
                          <a:latin typeface="Century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entury Gothic"/>
                        </a:rPr>
                        <a:t>30-Minutes </a:t>
                      </a:r>
                      <a:r>
                        <a:rPr lang="en-US" sz="1800" dirty="0">
                          <a:effectLst/>
                          <a:latin typeface="Century Gothic"/>
                        </a:rPr>
                        <a:t> </a:t>
                      </a: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(N = 90)</a:t>
                      </a:r>
                      <a:r>
                        <a:rPr lang="en-US" sz="1800" baseline="30000" dirty="0">
                          <a:effectLst/>
                          <a:latin typeface="Century Gothic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entury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entury Gothic"/>
                        </a:rPr>
                        <a:t>10-Hours </a:t>
                      </a:r>
                      <a:r>
                        <a:rPr lang="en-US" sz="1800" dirty="0">
                          <a:effectLst/>
                          <a:latin typeface="Century Gothic"/>
                        </a:rPr>
                        <a:t> </a:t>
                      </a: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(N = 90)</a:t>
                      </a:r>
                      <a:r>
                        <a:rPr lang="en-US" sz="1800" baseline="30000" dirty="0">
                          <a:effectLst/>
                          <a:latin typeface="Century Gothic"/>
                        </a:rPr>
                        <a:t>1</a:t>
                      </a:r>
                      <a:r>
                        <a:rPr lang="en-US" sz="1800" dirty="0">
                          <a:effectLst/>
                          <a:latin typeface="Century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1212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b="1" dirty="0">
                          <a:effectLst/>
                          <a:latin typeface="Century Gothic"/>
                        </a:rPr>
                        <a:t>Adherence Group</a:t>
                      </a:r>
                      <a:endParaRPr lang="en-US" sz="1800" b="1" baseline="30000" dirty="0">
                        <a:effectLst/>
                        <a:latin typeface="Century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endParaRPr lang="en-US" sz="1800" dirty="0">
                        <a:effectLst/>
                        <a:latin typeface="Century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endParaRPr lang="en-US" sz="1800" dirty="0">
                        <a:effectLst/>
                        <a:latin typeface="Century Gothic"/>
                      </a:endParaRP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80701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   Good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65 (72%)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36 (40%)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2610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   Adequate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10 (11%)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8 (8.9%)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371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   Poor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15 (17%)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800" dirty="0">
                          <a:effectLst/>
                          <a:latin typeface="Century Gothic"/>
                        </a:rPr>
                        <a:t>46 (51%)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477141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B1BE8F3-04D1-F1DD-B273-74E8A8603CA6}"/>
              </a:ext>
            </a:extLst>
          </p:cNvPr>
          <p:cNvSpPr txBox="1"/>
          <p:nvPr/>
        </p:nvSpPr>
        <p:spPr>
          <a:xfrm>
            <a:off x="6134845" y="2656762"/>
            <a:ext cx="571240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>
                <a:latin typeface="Century Gothic"/>
              </a:rPr>
              <a:t>Table 2. </a:t>
            </a:r>
            <a:r>
              <a:rPr lang="en-US" dirty="0">
                <a:latin typeface="Century Gothic"/>
              </a:rPr>
              <a:t>Research Question 2 Adherence Groupings </a:t>
            </a:r>
            <a:endParaRPr lang="en-US">
              <a:latin typeface="Century Gothic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AE4ABA-9395-C069-F693-251B086843CE}"/>
              </a:ext>
            </a:extLst>
          </p:cNvPr>
          <p:cNvSpPr txBox="1"/>
          <p:nvPr/>
        </p:nvSpPr>
        <p:spPr>
          <a:xfrm>
            <a:off x="6132286" y="4916714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0" i="0" u="none" strike="noStrike" baseline="30000" dirty="0">
                <a:solidFill>
                  <a:srgbClr val="000000"/>
                </a:solidFill>
                <a:latin typeface="Century Gothic"/>
              </a:rPr>
              <a:t>1</a:t>
            </a:r>
            <a:r>
              <a:rPr lang="en-US" sz="1800" b="0" i="0" u="none" strike="noStrike" dirty="0">
                <a:solidFill>
                  <a:srgbClr val="000000"/>
                </a:solidFill>
                <a:latin typeface="Century Gothic"/>
              </a:rPr>
              <a:t>Values are </a:t>
            </a:r>
            <a:r>
              <a:rPr lang="en-US" dirty="0">
                <a:solidFill>
                  <a:srgbClr val="000000"/>
                </a:solidFill>
                <a:latin typeface="Century Gothic"/>
              </a:rPr>
              <a:t>N(%).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58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a line and dots&#10;&#10;AI-generated content may be incorrect.">
            <a:extLst>
              <a:ext uri="{FF2B5EF4-FFF2-40B4-BE49-F238E27FC236}">
                <a16:creationId xmlns:a16="http://schemas.microsoft.com/office/drawing/2014/main" id="{42EF895A-1141-1991-8F9C-DB33B89DB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68" y="3032159"/>
            <a:ext cx="5214683" cy="3820042"/>
          </a:xfrm>
          <a:prstGeom prst="rect">
            <a:avLst/>
          </a:prstGeom>
        </p:spPr>
      </p:pic>
      <p:pic>
        <p:nvPicPr>
          <p:cNvPr id="5" name="Picture 4" descr="A graph with black dots and red line&#10;&#10;AI-generated content may be incorrect.">
            <a:extLst>
              <a:ext uri="{FF2B5EF4-FFF2-40B4-BE49-F238E27FC236}">
                <a16:creationId xmlns:a16="http://schemas.microsoft.com/office/drawing/2014/main" id="{DA27395D-DE57-EF3F-D944-4D2E3CF9E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8769" y="3001056"/>
            <a:ext cx="5211570" cy="3814855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78DBA7C-41AC-B385-C710-DA4E7F5DF6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279879"/>
              </p:ext>
            </p:extLst>
          </p:nvPr>
        </p:nvGraphicFramePr>
        <p:xfrm>
          <a:off x="1332203" y="435427"/>
          <a:ext cx="9534350" cy="224459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10245">
                  <a:extLst>
                    <a:ext uri="{9D8B030D-6E8A-4147-A177-3AD203B41FA5}">
                      <a16:colId xmlns:a16="http://schemas.microsoft.com/office/drawing/2014/main" val="2837891432"/>
                    </a:ext>
                  </a:extLst>
                </a:gridCol>
                <a:gridCol w="3058755">
                  <a:extLst>
                    <a:ext uri="{9D8B030D-6E8A-4147-A177-3AD203B41FA5}">
                      <a16:colId xmlns:a16="http://schemas.microsoft.com/office/drawing/2014/main" val="2079033612"/>
                    </a:ext>
                  </a:extLst>
                </a:gridCol>
                <a:gridCol w="2728302">
                  <a:extLst>
                    <a:ext uri="{9D8B030D-6E8A-4147-A177-3AD203B41FA5}">
                      <a16:colId xmlns:a16="http://schemas.microsoft.com/office/drawing/2014/main" val="2645448266"/>
                    </a:ext>
                  </a:extLst>
                </a:gridCol>
                <a:gridCol w="1237048">
                  <a:extLst>
                    <a:ext uri="{9D8B030D-6E8A-4147-A177-3AD203B41FA5}">
                      <a16:colId xmlns:a16="http://schemas.microsoft.com/office/drawing/2014/main" val="296547073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entury Gothic"/>
                        </a:rPr>
                        <a:t>Predictor</a:t>
                      </a:r>
                      <a:r>
                        <a:rPr lang="en-US" sz="1600" dirty="0">
                          <a:effectLst/>
                          <a:latin typeface="Century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entury Gothic"/>
                        </a:rPr>
                        <a:t>Multiplicative Effect</a:t>
                      </a:r>
                      <a:r>
                        <a:rPr lang="en-US" sz="1600" dirty="0">
                          <a:effectLst/>
                          <a:latin typeface="Century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entury Gothic"/>
                        </a:rPr>
                        <a:t>95% CI</a:t>
                      </a:r>
                      <a:r>
                        <a:rPr lang="en-US" sz="1600" dirty="0">
                          <a:effectLst/>
                          <a:latin typeface="Century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entury Gothic"/>
                        </a:rPr>
                        <a:t>p-value</a:t>
                      </a:r>
                      <a:r>
                        <a:rPr lang="en-US" sz="1600" dirty="0">
                          <a:effectLst/>
                          <a:latin typeface="Century Gothic"/>
                        </a:rPr>
                        <a:t>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44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entury Gothic"/>
                        </a:rPr>
                        <a:t>Cortisol:</a:t>
                      </a:r>
                      <a:r>
                        <a:rPr lang="en-US" sz="1600" dirty="0">
                          <a:effectLst/>
                          <a:latin typeface="Century Gothic"/>
                        </a:rPr>
                        <a:t> </a:t>
                      </a:r>
                    </a:p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   (Intercept)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endParaRPr lang="en-US" sz="1600" dirty="0">
                        <a:effectLst/>
                        <a:latin typeface="Century Gothic"/>
                      </a:endParaRP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5.51 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endParaRPr lang="en-US" sz="1600" dirty="0">
                        <a:effectLst/>
                        <a:latin typeface="Century Gothic"/>
                      </a:endParaRP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(4.50, 6.73)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endParaRPr lang="en-US" sz="1600" dirty="0">
                        <a:effectLst/>
                        <a:latin typeface="Century Gothic"/>
                      </a:endParaRP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–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31035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   Waking to 30 Minutes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1.0034 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(0.996, 1.011)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0.375 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81827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   Post-30-Minutes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0.9980 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(0.9976, 0.9983)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&lt; 0.01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294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b="1" dirty="0">
                          <a:effectLst/>
                          <a:latin typeface="Century Gothic"/>
                        </a:rPr>
                        <a:t>DHEA:</a:t>
                      </a:r>
                      <a:r>
                        <a:rPr lang="en-US" sz="1600" dirty="0">
                          <a:effectLst/>
                          <a:latin typeface="Century Gothic"/>
                        </a:rPr>
                        <a:t> </a:t>
                      </a:r>
                    </a:p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   (Intercept)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endParaRPr lang="en-US" sz="1600" dirty="0">
                        <a:effectLst/>
                        <a:latin typeface="Century Gothic"/>
                      </a:endParaRP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1.261 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endParaRPr lang="en-US" sz="1600" dirty="0">
                        <a:effectLst/>
                        <a:latin typeface="Century Gothic"/>
                      </a:endParaRP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(0.999, 1.592)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endParaRPr lang="en-US" sz="1600" dirty="0">
                        <a:effectLst/>
                        <a:latin typeface="Century Gothic"/>
                      </a:endParaRPr>
                    </a:p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–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2756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   Waking to 30 Minutes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0.981 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(0.975, 0.988)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&lt; 0.01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8255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   Post-30-Minutes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0.9986 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(0.9983, 0.9989)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425"/>
                        </a:lnSpc>
                        <a:buNone/>
                      </a:pPr>
                      <a:r>
                        <a:rPr lang="en-US" sz="1600" dirty="0">
                          <a:effectLst/>
                          <a:latin typeface="Century Gothic"/>
                        </a:rPr>
                        <a:t>&lt; 0.01 </a:t>
                      </a:r>
                    </a:p>
                  </a:txBody>
                  <a:tcPr marL="66675" marR="6667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8899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DB34E20-8A2F-8898-664C-C0563F77E0C7}"/>
              </a:ext>
            </a:extLst>
          </p:cNvPr>
          <p:cNvSpPr txBox="1"/>
          <p:nvPr/>
        </p:nvSpPr>
        <p:spPr>
          <a:xfrm>
            <a:off x="1332205" y="59611"/>
            <a:ext cx="95327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baseline="0" dirty="0">
                <a:latin typeface="Century Gothic"/>
                <a:ea typeface="Segoe UI"/>
                <a:cs typeface="Times New Roman"/>
              </a:rPr>
              <a:t>Table </a:t>
            </a:r>
            <a:r>
              <a:rPr lang="en-US" b="1" dirty="0">
                <a:latin typeface="Century Gothic"/>
                <a:ea typeface="Segoe UI"/>
                <a:cs typeface="Times New Roman"/>
              </a:rPr>
              <a:t>3</a:t>
            </a:r>
            <a:r>
              <a:rPr lang="en-US" b="1" baseline="0" dirty="0">
                <a:latin typeface="Century Gothic"/>
                <a:ea typeface="Segoe UI"/>
                <a:cs typeface="Times New Roman"/>
              </a:rPr>
              <a:t>. </a:t>
            </a:r>
            <a:r>
              <a:rPr lang="en-US" baseline="0" dirty="0">
                <a:latin typeface="Century Gothic"/>
                <a:ea typeface="Segoe UI"/>
                <a:cs typeface="Times New Roman"/>
              </a:rPr>
              <a:t>Research Question </a:t>
            </a:r>
            <a:r>
              <a:rPr lang="en-US" dirty="0">
                <a:latin typeface="Century Gothic"/>
                <a:ea typeface="Segoe UI"/>
                <a:cs typeface="Times New Roman"/>
              </a:rPr>
              <a:t>3 Model Statistics</a:t>
            </a:r>
            <a:endParaRPr lang="en-US">
              <a:latin typeface="Century 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26482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2AA68-D54B-5465-1E13-1793B005B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Discussion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79A55-3205-6721-014D-E7E638770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998"/>
            <a:ext cx="10058400" cy="393192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Self-reported sample times closely matched device-recorded times, supporting accuracy of the SPIT booklet</a:t>
            </a:r>
            <a:endParaRPr lang="en-US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Reduced adherence later in the day</a:t>
            </a:r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Expected diurnal cortisol pattern was observed, indicating the booklet captures physiological trends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DHEA declined across the day but did not follow the hypothesized early diurnal pattern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Missing data and measurement error required complete-case analysis and may have biased results</a:t>
            </a:r>
            <a:endParaRPr lang="en-US" dirty="0"/>
          </a:p>
          <a:p>
            <a:pPr>
              <a:buClr>
                <a:srgbClr val="262626"/>
              </a:buClr>
            </a:pPr>
            <a:r>
              <a:rPr lang="en-US" dirty="0">
                <a:ea typeface="+mn-lt"/>
                <a:cs typeface="+mn-lt"/>
              </a:rPr>
              <a:t>Model assumption violations (nonnormality, heterogeneity) may affect estimate reliability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015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38183-E778-4EDF-B426-440B4546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7460535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Savon</vt:lpstr>
      <vt:lpstr>Project 0: Final Presentation</vt:lpstr>
      <vt:lpstr>Research Questions</vt:lpstr>
      <vt:lpstr>Data Overview</vt:lpstr>
      <vt:lpstr>Analysis</vt:lpstr>
      <vt:lpstr>Results</vt:lpstr>
      <vt:lpstr>PowerPoint Presentation</vt:lpstr>
      <vt:lpstr>Discussion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251</cp:revision>
  <dcterms:created xsi:type="dcterms:W3CDTF">2026-02-04T00:16:20Z</dcterms:created>
  <dcterms:modified xsi:type="dcterms:W3CDTF">2026-02-04T01:12:58Z</dcterms:modified>
</cp:coreProperties>
</file>