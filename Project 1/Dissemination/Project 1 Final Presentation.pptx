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6D902-E280-12E3-55F0-1ABD87F0618C}" v="610" dt="2026-03-01T21:54:27.747"/>
    <p1510:client id="{E1CE3F90-EAC8-0206-DFD9-818AF61919C6}" v="31" dt="2026-03-02T16:33:32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ledo, Kayla" userId="S::kayla.robledo@cuanschutz.edu::6eb23104-6d90-4085-b81a-901d881bfb4e" providerId="AD" clId="Web-{5336D902-E280-12E3-55F0-1ABD87F0618C}"/>
    <pc:docChg chg="mod addSld delSld modSld addMainMaster delMainMaster">
      <pc:chgData name="Robledo, Kayla" userId="S::kayla.robledo@cuanschutz.edu::6eb23104-6d90-4085-b81a-901d881bfb4e" providerId="AD" clId="Web-{5336D902-E280-12E3-55F0-1ABD87F0618C}" dt="2026-03-01T21:54:26.887" v="546" actId="20577"/>
      <pc:docMkLst>
        <pc:docMk/>
      </pc:docMkLst>
      <pc:sldChg chg="addSp delSp modSp mod modClrScheme chgLayout">
        <pc:chgData name="Robledo, Kayla" userId="S::kayla.robledo@cuanschutz.edu::6eb23104-6d90-4085-b81a-901d881bfb4e" providerId="AD" clId="Web-{5336D902-E280-12E3-55F0-1ABD87F0618C}" dt="2026-03-01T21:30:33.909" v="11" actId="20577"/>
        <pc:sldMkLst>
          <pc:docMk/>
          <pc:sldMk cId="109857222" sldId="256"/>
        </pc:sldMkLst>
        <pc:spChg chg="del mod ord">
          <ac:chgData name="Robledo, Kayla" userId="S::kayla.robledo@cuanschutz.edu::6eb23104-6d90-4085-b81a-901d881bfb4e" providerId="AD" clId="Web-{5336D902-E280-12E3-55F0-1ABD87F0618C}" dt="2026-03-01T21:30:24.206" v="4"/>
          <ac:spMkLst>
            <pc:docMk/>
            <pc:sldMk cId="109857222" sldId="256"/>
            <ac:spMk id="2" creationId="{00000000-0000-0000-0000-000000000000}"/>
          </ac:spMkLst>
        </pc:spChg>
        <pc:spChg chg="del mod ord">
          <ac:chgData name="Robledo, Kayla" userId="S::kayla.robledo@cuanschutz.edu::6eb23104-6d90-4085-b81a-901d881bfb4e" providerId="AD" clId="Web-{5336D902-E280-12E3-55F0-1ABD87F0618C}" dt="2026-03-01T21:30:24.206" v="3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0:21.987" v="2"/>
          <ac:spMkLst>
            <pc:docMk/>
            <pc:sldMk cId="109857222" sldId="256"/>
            <ac:spMk id="4" creationId="{92DC01CF-DA53-A43D-5D99-AE8E26889A47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0:21.987" v="2"/>
          <ac:spMkLst>
            <pc:docMk/>
            <pc:sldMk cId="109857222" sldId="256"/>
            <ac:spMk id="5" creationId="{F7EC9FD8-AAD6-B52B-E8B0-DD47A2C98B2C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30:27.440" v="6" actId="20577"/>
          <ac:spMkLst>
            <pc:docMk/>
            <pc:sldMk cId="109857222" sldId="256"/>
            <ac:spMk id="6" creationId="{AF45B948-0034-7F7C-03D7-B60513849049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30:33.909" v="11" actId="20577"/>
          <ac:spMkLst>
            <pc:docMk/>
            <pc:sldMk cId="109857222" sldId="256"/>
            <ac:spMk id="7" creationId="{AD6E84E3-FAA1-D59F-F380-38055581D26E}"/>
          </ac:spMkLst>
        </pc:spChg>
      </pc:sldChg>
      <pc:sldChg chg="addSp delSp modSp new">
        <pc:chgData name="Robledo, Kayla" userId="S::kayla.robledo@cuanschutz.edu::6eb23104-6d90-4085-b81a-901d881bfb4e" providerId="AD" clId="Web-{5336D902-E280-12E3-55F0-1ABD87F0618C}" dt="2026-03-01T21:33:30.878" v="72" actId="1076"/>
        <pc:sldMkLst>
          <pc:docMk/>
          <pc:sldMk cId="3684864154" sldId="257"/>
        </pc:sldMkLst>
        <pc:spChg chg="del">
          <ac:chgData name="Robledo, Kayla" userId="S::kayla.robledo@cuanschutz.edu::6eb23104-6d90-4085-b81a-901d881bfb4e" providerId="AD" clId="Web-{5336D902-E280-12E3-55F0-1ABD87F0618C}" dt="2026-03-01T21:30:45.159" v="14"/>
          <ac:spMkLst>
            <pc:docMk/>
            <pc:sldMk cId="3684864154" sldId="257"/>
            <ac:spMk id="2" creationId="{87283157-1B9D-50C1-C938-E7504E283412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30:45.159" v="13"/>
          <ac:spMkLst>
            <pc:docMk/>
            <pc:sldMk cId="3684864154" sldId="257"/>
            <ac:spMk id="3" creationId="{59304EF3-CDFB-E881-7276-E20709274846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33:30.878" v="72" actId="1076"/>
          <ac:spMkLst>
            <pc:docMk/>
            <pc:sldMk cId="3684864154" sldId="257"/>
            <ac:spMk id="4" creationId="{E16F1AA6-5E8E-AB1F-A36C-99BB65363CE6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33:25.518" v="71" actId="1076"/>
          <ac:spMkLst>
            <pc:docMk/>
            <pc:sldMk cId="3684864154" sldId="257"/>
            <ac:spMk id="5" creationId="{F70A266C-31E1-F4B8-860E-2C93246F2EB0}"/>
          </ac:spMkLst>
        </pc:spChg>
      </pc:sldChg>
      <pc:sldChg chg="addSp delSp modSp new mod setBg">
        <pc:chgData name="Robledo, Kayla" userId="S::kayla.robledo@cuanschutz.edu::6eb23104-6d90-4085-b81a-901d881bfb4e" providerId="AD" clId="Web-{5336D902-E280-12E3-55F0-1ABD87F0618C}" dt="2026-03-01T21:37:34.472" v="161" actId="1076"/>
        <pc:sldMkLst>
          <pc:docMk/>
          <pc:sldMk cId="2890614566" sldId="258"/>
        </pc:sldMkLst>
        <pc:spChg chg="del">
          <ac:chgData name="Robledo, Kayla" userId="S::kayla.robledo@cuanschutz.edu::6eb23104-6d90-4085-b81a-901d881bfb4e" providerId="AD" clId="Web-{5336D902-E280-12E3-55F0-1ABD87F0618C}" dt="2026-03-01T21:30:57.565" v="18"/>
          <ac:spMkLst>
            <pc:docMk/>
            <pc:sldMk cId="2890614566" sldId="258"/>
            <ac:spMk id="2" creationId="{B0ED257C-D899-CA84-3137-E1BCE8EC0529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30:57.565" v="17"/>
          <ac:spMkLst>
            <pc:docMk/>
            <pc:sldMk cId="2890614566" sldId="258"/>
            <ac:spMk id="3" creationId="{733DFA52-C820-DC05-6147-2B8E5DA2EC8A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37:23.690" v="159" actId="1076"/>
          <ac:spMkLst>
            <pc:docMk/>
            <pc:sldMk cId="2890614566" sldId="258"/>
            <ac:spMk id="4" creationId="{005F3F6D-80B7-5D54-8138-3D80BF34A2E4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3:42.112" v="73"/>
          <ac:spMkLst>
            <pc:docMk/>
            <pc:sldMk cId="2890614566" sldId="258"/>
            <ac:spMk id="5" creationId="{8660CE2E-3B0C-9958-81D2-83FBA2BD0D2C}"/>
          </ac:spMkLst>
        </pc:spChg>
        <pc:spChg chg="add mod ord">
          <ac:chgData name="Robledo, Kayla" userId="S::kayla.robledo@cuanschutz.edu::6eb23104-6d90-4085-b81a-901d881bfb4e" providerId="AD" clId="Web-{5336D902-E280-12E3-55F0-1ABD87F0618C}" dt="2026-03-01T21:37:07.909" v="155" actId="14100"/>
          <ac:spMkLst>
            <pc:docMk/>
            <pc:sldMk cId="2890614566" sldId="258"/>
            <ac:spMk id="6" creationId="{04752793-4CA7-494F-A3F4-E819A8EB425B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3:44.706" v="74"/>
          <ac:spMkLst>
            <pc:docMk/>
            <pc:sldMk cId="2890614566" sldId="258"/>
            <ac:spMk id="7" creationId="{D9E57D4F-96EB-CBE8-B9DC-1BAD04D9E0BE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6:29.659" v="144"/>
          <ac:spMkLst>
            <pc:docMk/>
            <pc:sldMk cId="2890614566" sldId="258"/>
            <ac:spMk id="13" creationId="{43047B46-4F2F-4746-8B82-B30EAAAE033A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6:45.237" v="148"/>
          <ac:spMkLst>
            <pc:docMk/>
            <pc:sldMk cId="2890614566" sldId="258"/>
            <ac:spMk id="14" creationId="{0E9B969E-CD96-4162-BA90-449BBDA95EAE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6:29.659" v="144"/>
          <ac:spMkLst>
            <pc:docMk/>
            <pc:sldMk cId="2890614566" sldId="258"/>
            <ac:spMk id="15" creationId="{A54E8A8E-D194-4D55-92A3-6B0799722E66}"/>
          </ac:spMkLst>
        </pc:spChg>
        <pc:spChg chg="add">
          <ac:chgData name="Robledo, Kayla" userId="S::kayla.robledo@cuanschutz.edu::6eb23104-6d90-4085-b81a-901d881bfb4e" providerId="AD" clId="Web-{5336D902-E280-12E3-55F0-1ABD87F0618C}" dt="2026-03-01T21:36:39.987" v="147"/>
          <ac:spMkLst>
            <pc:docMk/>
            <pc:sldMk cId="2890614566" sldId="258"/>
            <ac:spMk id="16" creationId="{6B6401A4-FEE5-4976-857C-1FD0CDB2E2DC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6:51.253" v="149"/>
          <ac:spMkLst>
            <pc:docMk/>
            <pc:sldMk cId="2890614566" sldId="258"/>
            <ac:spMk id="18" creationId="{047AF1DF-6993-45FB-92A5-C36B1A680F61}"/>
          </ac:spMkLst>
        </pc:spChg>
        <pc:picChg chg="add del mod">
          <ac:chgData name="Robledo, Kayla" userId="S::kayla.robledo@cuanschutz.edu::6eb23104-6d90-4085-b81a-901d881bfb4e" providerId="AD" clId="Web-{5336D902-E280-12E3-55F0-1ABD87F0618C}" dt="2026-03-01T21:36:32.753" v="145"/>
          <ac:picMkLst>
            <pc:docMk/>
            <pc:sldMk cId="2890614566" sldId="258"/>
            <ac:picMk id="8" creationId="{FF03A280-3963-DE75-01F3-E13E3CFF4BE4}"/>
          </ac:picMkLst>
        </pc:picChg>
        <pc:picChg chg="add mod ord">
          <ac:chgData name="Robledo, Kayla" userId="S::kayla.robledo@cuanschutz.edu::6eb23104-6d90-4085-b81a-901d881bfb4e" providerId="AD" clId="Web-{5336D902-E280-12E3-55F0-1ABD87F0618C}" dt="2026-03-01T21:37:34.472" v="161" actId="1076"/>
          <ac:picMkLst>
            <pc:docMk/>
            <pc:sldMk cId="2890614566" sldId="258"/>
            <ac:picMk id="9" creationId="{CD84E347-39B4-407D-3FC9-D7C3550AAEB2}"/>
          </ac:picMkLst>
        </pc:picChg>
      </pc:sldChg>
      <pc:sldChg chg="addSp delSp modSp new mod setBg">
        <pc:chgData name="Robledo, Kayla" userId="S::kayla.robledo@cuanschutz.edu::6eb23104-6d90-4085-b81a-901d881bfb4e" providerId="AD" clId="Web-{5336D902-E280-12E3-55F0-1ABD87F0618C}" dt="2026-03-01T21:44:17.457" v="396" actId="1076"/>
        <pc:sldMkLst>
          <pc:docMk/>
          <pc:sldMk cId="778669144" sldId="259"/>
        </pc:sldMkLst>
        <pc:spChg chg="del">
          <ac:chgData name="Robledo, Kayla" userId="S::kayla.robledo@cuanschutz.edu::6eb23104-6d90-4085-b81a-901d881bfb4e" providerId="AD" clId="Web-{5336D902-E280-12E3-55F0-1ABD87F0618C}" dt="2026-03-01T21:31:10.534" v="22"/>
          <ac:spMkLst>
            <pc:docMk/>
            <pc:sldMk cId="778669144" sldId="259"/>
            <ac:spMk id="2" creationId="{366B9C20-5B9D-B207-4EED-4532AD80D511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31:10.534" v="21"/>
          <ac:spMkLst>
            <pc:docMk/>
            <pc:sldMk cId="778669144" sldId="259"/>
            <ac:spMk id="3" creationId="{3A0E0FC6-6C30-F516-3AB4-930B5753762C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44:17.457" v="396" actId="1076"/>
          <ac:spMkLst>
            <pc:docMk/>
            <pc:sldMk cId="778669144" sldId="259"/>
            <ac:spMk id="4" creationId="{6873BAC3-00AC-B9A1-A0E2-D30218897822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44:10.769" v="395" actId="1076"/>
          <ac:spMkLst>
            <pc:docMk/>
            <pc:sldMk cId="778669144" sldId="259"/>
            <ac:spMk id="5" creationId="{ED617F2B-6BF5-B1D8-169A-4889D8F2C8E3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43:31.472" v="387"/>
          <ac:spMkLst>
            <pc:docMk/>
            <pc:sldMk cId="778669144" sldId="259"/>
            <ac:spMk id="10" creationId="{ED15573D-0E45-4691-B525-471152EC18CD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43:31.472" v="387"/>
          <ac:spMkLst>
            <pc:docMk/>
            <pc:sldMk cId="778669144" sldId="259"/>
            <ac:spMk id="12" creationId="{9E448559-19A4-4252-8C27-54C1DA906F8A}"/>
          </ac:spMkLst>
        </pc:spChg>
      </pc:sldChg>
      <pc:sldChg chg="addSp delSp modSp new mod setBg">
        <pc:chgData name="Robledo, Kayla" userId="S::kayla.robledo@cuanschutz.edu::6eb23104-6d90-4085-b81a-901d881bfb4e" providerId="AD" clId="Web-{5336D902-E280-12E3-55F0-1ABD87F0618C}" dt="2026-03-01T21:45:59.582" v="416" actId="1076"/>
        <pc:sldMkLst>
          <pc:docMk/>
          <pc:sldMk cId="3500170946" sldId="260"/>
        </pc:sldMkLst>
        <pc:spChg chg="del">
          <ac:chgData name="Robledo, Kayla" userId="S::kayla.robledo@cuanschutz.edu::6eb23104-6d90-4085-b81a-901d881bfb4e" providerId="AD" clId="Web-{5336D902-E280-12E3-55F0-1ABD87F0618C}" dt="2026-03-01T21:31:21.081" v="26"/>
          <ac:spMkLst>
            <pc:docMk/>
            <pc:sldMk cId="3500170946" sldId="260"/>
            <ac:spMk id="2" creationId="{7E00D0BB-8C90-2733-CBD4-5A8540931708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31:21.081" v="25"/>
          <ac:spMkLst>
            <pc:docMk/>
            <pc:sldMk cId="3500170946" sldId="260"/>
            <ac:spMk id="3" creationId="{1D3D4725-9CD5-ECD9-6087-12E5B20456EC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45:41.019" v="409" actId="1076"/>
          <ac:spMkLst>
            <pc:docMk/>
            <pc:sldMk cId="3500170946" sldId="260"/>
            <ac:spMk id="4" creationId="{46A04021-6EE3-0CE8-ACCB-918465365DC5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44:25.566" v="399"/>
          <ac:spMkLst>
            <pc:docMk/>
            <pc:sldMk cId="3500170946" sldId="260"/>
            <ac:spMk id="6" creationId="{2B1BE8F3-04D1-F1DD-B273-74E8A8603CA6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44:25.566" v="398"/>
          <ac:spMkLst>
            <pc:docMk/>
            <pc:sldMk cId="3500170946" sldId="260"/>
            <ac:spMk id="7" creationId="{64AE4ABA-9395-C069-F693-251B086843CE}"/>
          </ac:spMkLst>
        </pc:spChg>
        <pc:picChg chg="add del">
          <ac:chgData name="Robledo, Kayla" userId="S::kayla.robledo@cuanschutz.edu::6eb23104-6d90-4085-b81a-901d881bfb4e" providerId="AD" clId="Web-{5336D902-E280-12E3-55F0-1ABD87F0618C}" dt="2026-03-01T21:44:21.988" v="397"/>
          <ac:picMkLst>
            <pc:docMk/>
            <pc:sldMk cId="3500170946" sldId="260"/>
            <ac:picMk id="5" creationId="{309C6D5D-8222-2984-9D01-0235C053EAA4}"/>
          </ac:picMkLst>
        </pc:picChg>
        <pc:picChg chg="add del mod">
          <ac:chgData name="Robledo, Kayla" userId="S::kayla.robledo@cuanschutz.edu::6eb23104-6d90-4085-b81a-901d881bfb4e" providerId="AD" clId="Web-{5336D902-E280-12E3-55F0-1ABD87F0618C}" dt="2026-03-01T21:44:50.676" v="403"/>
          <ac:picMkLst>
            <pc:docMk/>
            <pc:sldMk cId="3500170946" sldId="260"/>
            <ac:picMk id="8" creationId="{5634BC71-E70B-CA46-8060-7D7BA461B7CA}"/>
          </ac:picMkLst>
        </pc:picChg>
        <pc:picChg chg="add mod">
          <ac:chgData name="Robledo, Kayla" userId="S::kayla.robledo@cuanschutz.edu::6eb23104-6d90-4085-b81a-901d881bfb4e" providerId="AD" clId="Web-{5336D902-E280-12E3-55F0-1ABD87F0618C}" dt="2026-03-01T21:45:57.785" v="415" actId="1076"/>
          <ac:picMkLst>
            <pc:docMk/>
            <pc:sldMk cId="3500170946" sldId="260"/>
            <ac:picMk id="9" creationId="{5AC19D0E-39FC-52E9-CB02-A899ADA10A33}"/>
          </ac:picMkLst>
        </pc:picChg>
        <pc:picChg chg="add mod">
          <ac:chgData name="Robledo, Kayla" userId="S::kayla.robledo@cuanschutz.edu::6eb23104-6d90-4085-b81a-901d881bfb4e" providerId="AD" clId="Web-{5336D902-E280-12E3-55F0-1ABD87F0618C}" dt="2026-03-01T21:45:59.582" v="416" actId="1076"/>
          <ac:picMkLst>
            <pc:docMk/>
            <pc:sldMk cId="3500170946" sldId="260"/>
            <ac:picMk id="10" creationId="{3ABCEBA2-19DC-CAE1-36DE-0E102745EAF1}"/>
          </ac:picMkLst>
        </pc:picChg>
      </pc:sldChg>
      <pc:sldChg chg="addSp delSp new del">
        <pc:chgData name="Robledo, Kayla" userId="S::kayla.robledo@cuanschutz.edu::6eb23104-6d90-4085-b81a-901d881bfb4e" providerId="AD" clId="Web-{5336D902-E280-12E3-55F0-1ABD87F0618C}" dt="2026-03-01T21:48:54.942" v="485"/>
        <pc:sldMkLst>
          <pc:docMk/>
          <pc:sldMk cId="2333920843" sldId="261"/>
        </pc:sldMkLst>
        <pc:spChg chg="del">
          <ac:chgData name="Robledo, Kayla" userId="S::kayla.robledo@cuanschutz.edu::6eb23104-6d90-4085-b81a-901d881bfb4e" providerId="AD" clId="Web-{5336D902-E280-12E3-55F0-1ABD87F0618C}" dt="2026-03-01T21:31:33.034" v="33"/>
          <ac:spMkLst>
            <pc:docMk/>
            <pc:sldMk cId="2333920843" sldId="261"/>
            <ac:spMk id="2" creationId="{8BFAECF6-1E41-7C14-4C3A-0F539D6FA365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31:33.034" v="32"/>
          <ac:spMkLst>
            <pc:docMk/>
            <pc:sldMk cId="2333920843" sldId="261"/>
            <ac:spMk id="3" creationId="{A3E5E9B8-E40C-3263-0C94-91C99DF78227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1:33.034" v="31"/>
          <ac:spMkLst>
            <pc:docMk/>
            <pc:sldMk cId="2333920843" sldId="261"/>
            <ac:spMk id="4" creationId="{E372AA68-D54B-5465-1E13-1793B005B711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31:33.034" v="30"/>
          <ac:spMkLst>
            <pc:docMk/>
            <pc:sldMk cId="2333920843" sldId="261"/>
            <ac:spMk id="5" creationId="{FF579A55-3205-6721-014D-E7E638770D10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48:46.989" v="481"/>
          <ac:spMkLst>
            <pc:docMk/>
            <pc:sldMk cId="2333920843" sldId="261"/>
            <ac:spMk id="6" creationId="{B57D8366-0E75-B828-BA76-3C4C31C8C5B9}"/>
          </ac:spMkLst>
        </pc:spChg>
        <pc:spChg chg="add del">
          <ac:chgData name="Robledo, Kayla" userId="S::kayla.robledo@cuanschutz.edu::6eb23104-6d90-4085-b81a-901d881bfb4e" providerId="AD" clId="Web-{5336D902-E280-12E3-55F0-1ABD87F0618C}" dt="2026-03-01T21:48:46.989" v="480"/>
          <ac:spMkLst>
            <pc:docMk/>
            <pc:sldMk cId="2333920843" sldId="261"/>
            <ac:spMk id="7" creationId="{9BE188E8-64D4-4E07-2907-1E197E490B55}"/>
          </ac:spMkLst>
        </pc:spChg>
        <pc:spChg chg="add">
          <ac:chgData name="Robledo, Kayla" userId="S::kayla.robledo@cuanschutz.edu::6eb23104-6d90-4085-b81a-901d881bfb4e" providerId="AD" clId="Web-{5336D902-E280-12E3-55F0-1ABD87F0618C}" dt="2026-03-01T21:48:47.333" v="482"/>
          <ac:spMkLst>
            <pc:docMk/>
            <pc:sldMk cId="2333920843" sldId="261"/>
            <ac:spMk id="9" creationId="{11097139-B271-4990-6C22-3B65E12B2461}"/>
          </ac:spMkLst>
        </pc:spChg>
        <pc:picChg chg="add">
          <ac:chgData name="Robledo, Kayla" userId="S::kayla.robledo@cuanschutz.edu::6eb23104-6d90-4085-b81a-901d881bfb4e" providerId="AD" clId="Web-{5336D902-E280-12E3-55F0-1ABD87F0618C}" dt="2026-03-01T21:48:47.458" v="483"/>
          <ac:picMkLst>
            <pc:docMk/>
            <pc:sldMk cId="2333920843" sldId="261"/>
            <ac:picMk id="11" creationId="{3A16C5C5-78BD-FCFB-9A73-DD374BCE47B0}"/>
          </ac:picMkLst>
        </pc:picChg>
        <pc:picChg chg="add">
          <ac:chgData name="Robledo, Kayla" userId="S::kayla.robledo@cuanschutz.edu::6eb23104-6d90-4085-b81a-901d881bfb4e" providerId="AD" clId="Web-{5336D902-E280-12E3-55F0-1ABD87F0618C}" dt="2026-03-01T21:48:47.551" v="484"/>
          <ac:picMkLst>
            <pc:docMk/>
            <pc:sldMk cId="2333920843" sldId="261"/>
            <ac:picMk id="13" creationId="{06DC5494-02F4-4CD4-0BBC-7C0A0980B56D}"/>
          </ac:picMkLst>
        </pc:picChg>
      </pc:sldChg>
      <pc:sldChg chg="addSp delSp modSp add mod replId setBg">
        <pc:chgData name="Robledo, Kayla" userId="S::kayla.robledo@cuanschutz.edu::6eb23104-6d90-4085-b81a-901d881bfb4e" providerId="AD" clId="Web-{5336D902-E280-12E3-55F0-1ABD87F0618C}" dt="2026-03-01T21:54:26.887" v="546" actId="20577"/>
        <pc:sldMkLst>
          <pc:docMk/>
          <pc:sldMk cId="2458662968" sldId="262"/>
        </pc:sldMkLst>
        <pc:spChg chg="del mod">
          <ac:chgData name="Robledo, Kayla" userId="S::kayla.robledo@cuanschutz.edu::6eb23104-6d90-4085-b81a-901d881bfb4e" providerId="AD" clId="Web-{5336D902-E280-12E3-55F0-1ABD87F0618C}" dt="2026-03-01T21:53:12.919" v="508"/>
          <ac:spMkLst>
            <pc:docMk/>
            <pc:sldMk cId="2458662968" sldId="262"/>
            <ac:spMk id="4" creationId="{64E41A26-52A8-3CAA-CF96-8EC93C91E456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46:11.551" v="418"/>
          <ac:spMkLst>
            <pc:docMk/>
            <pc:sldMk cId="2458662968" sldId="262"/>
            <ac:spMk id="6" creationId="{D84692D3-174D-33B4-5548-EDD5B77E51A7}"/>
          </ac:spMkLst>
        </pc:spChg>
        <pc:spChg chg="del">
          <ac:chgData name="Robledo, Kayla" userId="S::kayla.robledo@cuanschutz.edu::6eb23104-6d90-4085-b81a-901d881bfb4e" providerId="AD" clId="Web-{5336D902-E280-12E3-55F0-1ABD87F0618C}" dt="2026-03-01T21:46:11.551" v="417"/>
          <ac:spMkLst>
            <pc:docMk/>
            <pc:sldMk cId="2458662968" sldId="262"/>
            <ac:spMk id="7" creationId="{A96CD9CC-737C-83BC-8CDB-164D1EEEA341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54:06.559" v="532" actId="1076"/>
          <ac:spMkLst>
            <pc:docMk/>
            <pc:sldMk cId="2458662968" sldId="262"/>
            <ac:spMk id="8" creationId="{AF60062D-05BD-A8F5-4197-D43B0C7E8AD8}"/>
          </ac:spMkLst>
        </pc:spChg>
        <pc:spChg chg="add mod">
          <ac:chgData name="Robledo, Kayla" userId="S::kayla.robledo@cuanschutz.edu::6eb23104-6d90-4085-b81a-901d881bfb4e" providerId="AD" clId="Web-{5336D902-E280-12E3-55F0-1ABD87F0618C}" dt="2026-03-01T21:54:26.887" v="546" actId="20577"/>
          <ac:spMkLst>
            <pc:docMk/>
            <pc:sldMk cId="2458662968" sldId="262"/>
            <ac:spMk id="9" creationId="{8FCC315A-0C09-5F02-5BB0-55E93C44B457}"/>
          </ac:spMkLst>
        </pc:spChg>
        <pc:picChg chg="add mod">
          <ac:chgData name="Robledo, Kayla" userId="S::kayla.robledo@cuanschutz.edu::6eb23104-6d90-4085-b81a-901d881bfb4e" providerId="AD" clId="Web-{5336D902-E280-12E3-55F0-1ABD87F0618C}" dt="2026-03-01T21:53:33.044" v="516" actId="1076"/>
          <ac:picMkLst>
            <pc:docMk/>
            <pc:sldMk cId="2458662968" sldId="262"/>
            <ac:picMk id="2" creationId="{F018F5FF-AFED-F988-3D3F-C9BC09DC757F}"/>
          </ac:picMkLst>
        </pc:picChg>
        <pc:picChg chg="add mod">
          <ac:chgData name="Robledo, Kayla" userId="S::kayla.robledo@cuanschutz.edu::6eb23104-6d90-4085-b81a-901d881bfb4e" providerId="AD" clId="Web-{5336D902-E280-12E3-55F0-1ABD87F0618C}" dt="2026-03-01T21:53:27.137" v="514" actId="14100"/>
          <ac:picMkLst>
            <pc:docMk/>
            <pc:sldMk cId="2458662968" sldId="262"/>
            <ac:picMk id="3" creationId="{4AF3D1E2-C052-300D-5E2C-1BC50D7D14A9}"/>
          </ac:picMkLst>
        </pc:picChg>
        <pc:picChg chg="del">
          <ac:chgData name="Robledo, Kayla" userId="S::kayla.robledo@cuanschutz.edu::6eb23104-6d90-4085-b81a-901d881bfb4e" providerId="AD" clId="Web-{5336D902-E280-12E3-55F0-1ABD87F0618C}" dt="2026-03-01T21:46:11.551" v="419"/>
          <ac:picMkLst>
            <pc:docMk/>
            <pc:sldMk cId="2458662968" sldId="262"/>
            <ac:picMk id="5" creationId="{47B2FA04-CB83-4E72-1803-D2BE9B70EE47}"/>
          </ac:picMkLst>
        </pc:picChg>
      </pc:sldChg>
      <pc:sldChg chg="add">
        <pc:chgData name="Robledo, Kayla" userId="S::kayla.robledo@cuanschutz.edu::6eb23104-6d90-4085-b81a-901d881bfb4e" providerId="AD" clId="Web-{5336D902-E280-12E3-55F0-1ABD87F0618C}" dt="2026-03-01T21:31:42.518" v="36"/>
        <pc:sldMkLst>
          <pc:docMk/>
          <pc:sldMk cId="1746053560" sldId="263"/>
        </pc:sldMkLst>
      </pc:sldChg>
      <pc:sldChg chg="modSp add replId">
        <pc:chgData name="Robledo, Kayla" userId="S::kayla.robledo@cuanschutz.edu::6eb23104-6d90-4085-b81a-901d881bfb4e" providerId="AD" clId="Web-{5336D902-E280-12E3-55F0-1ABD87F0618C}" dt="2026-03-01T21:50:42.270" v="507" actId="20577"/>
        <pc:sldMkLst>
          <pc:docMk/>
          <pc:sldMk cId="965017204" sldId="264"/>
        </pc:sldMkLst>
        <pc:spChg chg="mod">
          <ac:chgData name="Robledo, Kayla" userId="S::kayla.robledo@cuanschutz.edu::6eb23104-6d90-4085-b81a-901d881bfb4e" providerId="AD" clId="Web-{5336D902-E280-12E3-55F0-1ABD87F0618C}" dt="2026-03-01T21:50:17.333" v="490" actId="1076"/>
          <ac:spMkLst>
            <pc:docMk/>
            <pc:sldMk cId="965017204" sldId="264"/>
            <ac:spMk id="6" creationId="{EB880093-6B95-AEEC-A023-861C4C2BBFD3}"/>
          </ac:spMkLst>
        </pc:spChg>
        <pc:spChg chg="mod">
          <ac:chgData name="Robledo, Kayla" userId="S::kayla.robledo@cuanschutz.edu::6eb23104-6d90-4085-b81a-901d881bfb4e" providerId="AD" clId="Web-{5336D902-E280-12E3-55F0-1ABD87F0618C}" dt="2026-03-01T21:50:42.270" v="507" actId="20577"/>
          <ac:spMkLst>
            <pc:docMk/>
            <pc:sldMk cId="965017204" sldId="264"/>
            <ac:spMk id="7" creationId="{632CF947-41A5-302B-7660-9067395509C3}"/>
          </ac:spMkLst>
        </pc:spChg>
      </pc:sldChg>
      <pc:sldMasterChg chg="del delSldLayout">
        <pc:chgData name="Robledo, Kayla" userId="S::kayla.robledo@cuanschutz.edu::6eb23104-6d90-4085-b81a-901d881bfb4e" providerId="AD" clId="Web-{5336D902-E280-12E3-55F0-1ABD87F0618C}" dt="2026-03-01T21:30:15.221" v="0"/>
        <pc:sldMasterMkLst>
          <pc:docMk/>
          <pc:sldMasterMk cId="2460954070" sldId="2147483660"/>
        </pc:sldMasterMkLst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Robledo, Kayla" userId="S::kayla.robledo@cuanschutz.edu::6eb23104-6d90-4085-b81a-901d881bfb4e" providerId="AD" clId="Web-{5336D902-E280-12E3-55F0-1ABD87F0618C}" dt="2026-03-01T21:30:15.221" v="0"/>
        <pc:sldMasterMkLst>
          <pc:docMk/>
          <pc:sldMasterMk cId="1719329255" sldId="2147483672"/>
        </pc:sldMasterMkLst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2394308500" sldId="2147483673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1291174710" sldId="2147483674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3434110099" sldId="2147483675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413088186" sldId="2147483676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4127848551" sldId="2147483677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3270686704" sldId="2147483678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2624572852" sldId="2147483679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759501255" sldId="2147483680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260249299" sldId="2147483681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769314083" sldId="2147483682"/>
          </pc:sldLayoutMkLst>
        </pc:sldLayoutChg>
        <pc:sldLayoutChg chg="add mod replId">
          <pc:chgData name="Robledo, Kayla" userId="S::kayla.robledo@cuanschutz.edu::6eb23104-6d90-4085-b81a-901d881bfb4e" providerId="AD" clId="Web-{5336D902-E280-12E3-55F0-1ABD87F0618C}" dt="2026-03-01T21:30:15.221" v="0"/>
          <pc:sldLayoutMkLst>
            <pc:docMk/>
            <pc:sldMasterMk cId="1719329255" sldId="2147483672"/>
            <pc:sldLayoutMk cId="1706024026" sldId="2147483683"/>
          </pc:sldLayoutMkLst>
        </pc:sldLayoutChg>
      </pc:sldMasterChg>
    </pc:docChg>
  </pc:docChgLst>
  <pc:docChgLst>
    <pc:chgData name="Robledo, Kayla" userId="S::kayla.robledo@cuanschutz.edu::6eb23104-6d90-4085-b81a-901d881bfb4e" providerId="AD" clId="Web-{E1CE3F90-EAC8-0206-DFD9-818AF61919C6}"/>
    <pc:docChg chg="modSld">
      <pc:chgData name="Robledo, Kayla" userId="S::kayla.robledo@cuanschutz.edu::6eb23104-6d90-4085-b81a-901d881bfb4e" providerId="AD" clId="Web-{E1CE3F90-EAC8-0206-DFD9-818AF61919C6}" dt="2026-03-02T16:33:32.886" v="32" actId="20577"/>
      <pc:docMkLst>
        <pc:docMk/>
      </pc:docMkLst>
      <pc:sldChg chg="modSp">
        <pc:chgData name="Robledo, Kayla" userId="S::kayla.robledo@cuanschutz.edu::6eb23104-6d90-4085-b81a-901d881bfb4e" providerId="AD" clId="Web-{E1CE3F90-EAC8-0206-DFD9-818AF61919C6}" dt="2026-03-02T04:29:43.383" v="29" actId="20577"/>
        <pc:sldMkLst>
          <pc:docMk/>
          <pc:sldMk cId="3684864154" sldId="257"/>
        </pc:sldMkLst>
        <pc:spChg chg="mod">
          <ac:chgData name="Robledo, Kayla" userId="S::kayla.robledo@cuanschutz.edu::6eb23104-6d90-4085-b81a-901d881bfb4e" providerId="AD" clId="Web-{E1CE3F90-EAC8-0206-DFD9-818AF61919C6}" dt="2026-03-02T04:29:43.383" v="29" actId="20577"/>
          <ac:spMkLst>
            <pc:docMk/>
            <pc:sldMk cId="3684864154" sldId="257"/>
            <ac:spMk id="5" creationId="{F70A266C-31E1-F4B8-860E-2C93246F2EB0}"/>
          </ac:spMkLst>
        </pc:spChg>
      </pc:sldChg>
      <pc:sldChg chg="addSp delSp modSp">
        <pc:chgData name="Robledo, Kayla" userId="S::kayla.robledo@cuanschutz.edu::6eb23104-6d90-4085-b81a-901d881bfb4e" providerId="AD" clId="Web-{E1CE3F90-EAC8-0206-DFD9-818AF61919C6}" dt="2026-03-02T04:16:17.084" v="24" actId="1076"/>
        <pc:sldMkLst>
          <pc:docMk/>
          <pc:sldMk cId="3500170946" sldId="260"/>
        </pc:sldMkLst>
        <pc:picChg chg="add mod modCrop">
          <ac:chgData name="Robledo, Kayla" userId="S::kayla.robledo@cuanschutz.edu::6eb23104-6d90-4085-b81a-901d881bfb4e" providerId="AD" clId="Web-{E1CE3F90-EAC8-0206-DFD9-818AF61919C6}" dt="2026-03-02T04:16:17.084" v="24" actId="1076"/>
          <ac:picMkLst>
            <pc:docMk/>
            <pc:sldMk cId="3500170946" sldId="260"/>
            <ac:picMk id="2" creationId="{8153B659-850B-8BA9-CF63-2B250A8D767B}"/>
          </ac:picMkLst>
        </pc:picChg>
        <pc:picChg chg="add mod modCrop">
          <ac:chgData name="Robledo, Kayla" userId="S::kayla.robledo@cuanschutz.edu::6eb23104-6d90-4085-b81a-901d881bfb4e" providerId="AD" clId="Web-{E1CE3F90-EAC8-0206-DFD9-818AF61919C6}" dt="2026-03-02T04:16:10.584" v="18" actId="1076"/>
          <ac:picMkLst>
            <pc:docMk/>
            <pc:sldMk cId="3500170946" sldId="260"/>
            <ac:picMk id="3" creationId="{F1EB96A6-4EF5-268C-72DB-B513835EE245}"/>
          </ac:picMkLst>
        </pc:picChg>
        <pc:picChg chg="del">
          <ac:chgData name="Robledo, Kayla" userId="S::kayla.robledo@cuanschutz.edu::6eb23104-6d90-4085-b81a-901d881bfb4e" providerId="AD" clId="Web-{E1CE3F90-EAC8-0206-DFD9-818AF61919C6}" dt="2026-03-02T04:15:07.286" v="1"/>
          <ac:picMkLst>
            <pc:docMk/>
            <pc:sldMk cId="3500170946" sldId="260"/>
            <ac:picMk id="9" creationId="{5AC19D0E-39FC-52E9-CB02-A899ADA10A33}"/>
          </ac:picMkLst>
        </pc:picChg>
        <pc:picChg chg="del">
          <ac:chgData name="Robledo, Kayla" userId="S::kayla.robledo@cuanschutz.edu::6eb23104-6d90-4085-b81a-901d881bfb4e" providerId="AD" clId="Web-{E1CE3F90-EAC8-0206-DFD9-818AF61919C6}" dt="2026-03-02T04:15:06.521" v="0"/>
          <ac:picMkLst>
            <pc:docMk/>
            <pc:sldMk cId="3500170946" sldId="260"/>
            <ac:picMk id="10" creationId="{3ABCEBA2-19DC-CAE1-36DE-0E102745EAF1}"/>
          </ac:picMkLst>
        </pc:picChg>
      </pc:sldChg>
      <pc:sldChg chg="modSp">
        <pc:chgData name="Robledo, Kayla" userId="S::kayla.robledo@cuanschutz.edu::6eb23104-6d90-4085-b81a-901d881bfb4e" providerId="AD" clId="Web-{E1CE3F90-EAC8-0206-DFD9-818AF61919C6}" dt="2026-03-02T16:33:32.886" v="32" actId="20577"/>
        <pc:sldMkLst>
          <pc:docMk/>
          <pc:sldMk cId="965017204" sldId="264"/>
        </pc:sldMkLst>
        <pc:spChg chg="mod">
          <ac:chgData name="Robledo, Kayla" userId="S::kayla.robledo@cuanschutz.edu::6eb23104-6d90-4085-b81a-901d881bfb4e" providerId="AD" clId="Web-{E1CE3F90-EAC8-0206-DFD9-818AF61919C6}" dt="2026-03-02T16:33:32.886" v="32" actId="20577"/>
          <ac:spMkLst>
            <pc:docMk/>
            <pc:sldMk cId="965017204" sldId="264"/>
            <ac:spMk id="7" creationId="{632CF947-41A5-302B-7660-9067395509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0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7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110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4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8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5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950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24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1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02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32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F45B948-0034-7F7C-03D7-B60513849049}"/>
              </a:ext>
            </a:extLst>
          </p:cNvPr>
          <p:cNvSpPr>
            <a:spLocks noGrp="1"/>
          </p:cNvSpPr>
          <p:nvPr/>
        </p:nvSpPr>
        <p:spPr>
          <a:xfrm>
            <a:off x="1561708" y="2091263"/>
            <a:ext cx="9068586" cy="2590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Project 1: Final </a:t>
            </a:r>
            <a:r>
              <a:rPr lang="en-US" dirty="0"/>
              <a:t>Presentation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6E84E3-FAA1-D59F-F380-38055581D26E}"/>
              </a:ext>
            </a:extLst>
          </p:cNvPr>
          <p:cNvSpPr>
            <a:spLocks noGrp="1"/>
          </p:cNvSpPr>
          <p:nvPr/>
        </p:nvSpPr>
        <p:spPr>
          <a:xfrm>
            <a:off x="1524000" y="4218895"/>
            <a:ext cx="9144000" cy="931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Kayla Robledo</a:t>
            </a:r>
          </a:p>
          <a:p>
            <a:r>
              <a:rPr lang="en-US"/>
              <a:t>March 2nd,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6F1AA6-5E8E-AB1F-A36C-99BB65363CE6}"/>
              </a:ext>
            </a:extLst>
          </p:cNvPr>
          <p:cNvSpPr>
            <a:spLocks noGrp="1"/>
          </p:cNvSpPr>
          <p:nvPr/>
        </p:nvSpPr>
        <p:spPr>
          <a:xfrm>
            <a:off x="1066800" y="338759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US" dirty="0">
                <a:solidFill>
                  <a:schemeClr val="tx2"/>
                </a:solidFill>
              </a:rPr>
              <a:t>Research Questions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0A266C-31E1-F4B8-860E-2C93246F2EB0}"/>
              </a:ext>
            </a:extLst>
          </p:cNvPr>
          <p:cNvSpPr>
            <a:spLocks noGrp="1"/>
          </p:cNvSpPr>
          <p:nvPr/>
        </p:nvSpPr>
        <p:spPr>
          <a:xfrm>
            <a:off x="849774" y="1712474"/>
            <a:ext cx="10058400" cy="42791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00"/>
              </a:spcBef>
              <a:buClr>
                <a:srgbClr val="262626"/>
              </a:buClr>
              <a:buNone/>
            </a:pPr>
            <a:r>
              <a:rPr lang="en-US" sz="2000" i="1">
                <a:latin typeface="Century Gothic"/>
              </a:rPr>
              <a:t>From baseline to year 2 after starting highly active antiretroviral treatment (HAART)...</a:t>
            </a:r>
            <a:endParaRPr lang="en-US" sz="2000">
              <a:latin typeface="Century Gothic"/>
            </a:endParaRP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>
                <a:ea typeface="+mn-lt"/>
                <a:cs typeface="+mn-lt"/>
              </a:rPr>
              <a:t>Is there a difference in viral load counts between those who use hard drugs at baseline and those who do not?</a:t>
            </a: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>
                <a:ea typeface="+mn-lt"/>
                <a:cs typeface="+mn-lt"/>
              </a:rPr>
              <a:t>Is there a difference in CD4+ T cell counts between those who use hard drugs at baseline and those who do not?</a:t>
            </a:r>
            <a:endParaRPr lang="en-US">
              <a:ea typeface="+mn-lt"/>
              <a:cs typeface="+mn-lt"/>
            </a:endParaRP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>
                <a:ea typeface="+mn-lt"/>
                <a:cs typeface="+mn-lt"/>
              </a:rPr>
              <a:t>Is there a difference in physical quality-of-life scores between those who use hard drugs at baseline and those who do not?</a:t>
            </a:r>
            <a:endParaRPr lang="en-US">
              <a:ea typeface="+mn-lt"/>
              <a:cs typeface="+mn-lt"/>
            </a:endParaRP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>
                <a:ea typeface="+mn-lt"/>
                <a:cs typeface="+mn-lt"/>
              </a:rPr>
              <a:t>Is there a difference in mental quality-of-life scores between those who use hard drugs at baseline and those who do not?</a:t>
            </a:r>
            <a:endParaRPr lang="en-US">
              <a:ea typeface="+mn-lt"/>
              <a:cs typeface="+mn-lt"/>
            </a:endParaRPr>
          </a:p>
          <a:p>
            <a:pPr marL="457200" indent="-457200">
              <a:lnSpc>
                <a:spcPct val="90000"/>
              </a:lnSpc>
              <a:spcBef>
                <a:spcPts val="1200"/>
              </a:spcBef>
              <a:buClr>
                <a:srgbClr val="262626"/>
              </a:buClr>
              <a:buAutoNum type="arabicPeriod"/>
            </a:pPr>
            <a:r>
              <a:rPr lang="en-US" sz="2000">
                <a:latin typeface="Century Gothic"/>
              </a:rPr>
              <a:t>Can </a:t>
            </a:r>
            <a:r>
              <a:rPr lang="en-US" sz="2000">
                <a:latin typeface="Century Gothic"/>
                <a:cs typeface="Times New Roman"/>
              </a:rPr>
              <a:t>differences in these outcomes by baseline drug use could be explained by adherence at year 2?</a:t>
            </a:r>
            <a:endParaRPr lang="en-US" sz="2000">
              <a:latin typeface="Century Gothic"/>
              <a:cs typeface="Arial"/>
            </a:endParaRPr>
          </a:p>
          <a:p>
            <a:pPr marL="0" lvl="1" indent="0">
              <a:lnSpc>
                <a:spcPct val="90000"/>
              </a:lnSpc>
              <a:spcBef>
                <a:spcPts val="400"/>
              </a:spcBef>
              <a:buClr>
                <a:srgbClr val="262626"/>
              </a:buCl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486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B6401A4-FEE5-4976-857C-1FD0CDB2E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162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CD84E347-39B4-407D-3FC9-D7C3550A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52" y="1005066"/>
            <a:ext cx="7888762" cy="485146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05F3F6D-80B7-5D54-8138-3D80BF34A2E4}"/>
              </a:ext>
            </a:extLst>
          </p:cNvPr>
          <p:cNvSpPr>
            <a:spLocks noGrp="1"/>
          </p:cNvSpPr>
          <p:nvPr/>
        </p:nvSpPr>
        <p:spPr>
          <a:xfrm>
            <a:off x="435116" y="643464"/>
            <a:ext cx="3381725" cy="1428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200">
                <a:solidFill>
                  <a:schemeClr val="tx2"/>
                </a:solidFill>
              </a:rPr>
              <a:t>Data Overview</a:t>
            </a:r>
            <a:endParaRPr lang="en-US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4752793-4CA7-494F-A3F4-E819A8EB425B}"/>
              </a:ext>
            </a:extLst>
          </p:cNvPr>
          <p:cNvSpPr txBox="1"/>
          <p:nvPr/>
        </p:nvSpPr>
        <p:spPr>
          <a:xfrm>
            <a:off x="248632" y="2184036"/>
            <a:ext cx="3754597" cy="3869634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1600"/>
              <a:t>715 participants → 463 participants</a:t>
            </a:r>
            <a:endParaRPr lang="en-US" sz="1600" dirty="0"/>
          </a:p>
          <a:p>
            <a:pPr marL="628650" lvl="1" indent="-18288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1600"/>
              <a:t>Excluded data to those who had all 4 outcomes at baseline at year 2</a:t>
            </a:r>
            <a:endParaRPr lang="en-US" sz="1600" dirty="0"/>
          </a:p>
          <a:p>
            <a:pPr marL="628650" lvl="1" indent="-18288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1600"/>
              <a:t>Excluded those with BMI values below 0 kg/m</a:t>
            </a:r>
            <a:r>
              <a:rPr lang="en-US" sz="1600" baseline="30000"/>
              <a:t>2</a:t>
            </a:r>
            <a:r>
              <a:rPr lang="en-US" sz="1600" dirty="0"/>
              <a:t> </a:t>
            </a:r>
            <a:r>
              <a:rPr lang="en-US" sz="1600"/>
              <a:t>and above 250 kg/m</a:t>
            </a:r>
            <a:r>
              <a:rPr lang="en-US" sz="1600" baseline="30000"/>
              <a:t>2</a:t>
            </a:r>
          </a:p>
          <a:p>
            <a:pPr marL="628650" lvl="1" indent="-18288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1600"/>
              <a:t>grouped: education (no college vs. college or higher), smoking (current vs. not), race (white, non-Hispanic vs. other), and year 2 adherence (&lt;95% vs. ≥95%)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061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73BAC3-00AC-B9A1-A0E2-D30218897822}"/>
              </a:ext>
            </a:extLst>
          </p:cNvPr>
          <p:cNvSpPr>
            <a:spLocks noGrp="1"/>
          </p:cNvSpPr>
          <p:nvPr/>
        </p:nvSpPr>
        <p:spPr>
          <a:xfrm>
            <a:off x="1066800" y="78802"/>
            <a:ext cx="10058400" cy="866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Analysis</a:t>
            </a:r>
            <a:endParaRPr lang="en-US" sz="40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617F2B-6BF5-B1D8-169A-4889D8F2C8E3}"/>
              </a:ext>
            </a:extLst>
          </p:cNvPr>
          <p:cNvSpPr>
            <a:spLocks noGrp="1"/>
          </p:cNvSpPr>
          <p:nvPr/>
        </p:nvSpPr>
        <p:spPr>
          <a:xfrm>
            <a:off x="314325" y="736421"/>
            <a:ext cx="11558587" cy="52273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>
                <a:latin typeface="Century Gothic"/>
              </a:rPr>
              <a:t>4 different linear models:</a:t>
            </a:r>
            <a:endParaRPr lang="en-US" sz="1600" dirty="0">
              <a:latin typeface="Century Gothic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r>
              <a:rPr lang="en-US">
                <a:latin typeface="Century Gothic"/>
              </a:rPr>
              <a:t>Outcomes: log</a:t>
            </a:r>
            <a:r>
              <a:rPr lang="en-US" baseline="-25000">
                <a:latin typeface="Century Gothic"/>
              </a:rPr>
              <a:t>10</a:t>
            </a:r>
            <a:r>
              <a:rPr lang="en-US">
                <a:latin typeface="Century Gothic"/>
              </a:rPr>
              <a:t>(viral load), CD4+ T cell counts, physical quality-of-life, mental-quality-of-life</a:t>
            </a:r>
            <a:endParaRPr lang="en-US" dirty="0">
              <a:latin typeface="Century Gothic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r>
              <a:rPr lang="en-US" i="1">
                <a:latin typeface="Century Gothic"/>
              </a:rPr>
              <a:t>Primary explanatory variable:</a:t>
            </a:r>
            <a:r>
              <a:rPr lang="en-US">
                <a:latin typeface="Century Gothic"/>
              </a:rPr>
              <a:t> baseline hard drug usage</a:t>
            </a:r>
            <a:endParaRPr lang="en-US" dirty="0">
              <a:latin typeface="Century Gothic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r>
              <a:rPr lang="en-US" i="1">
                <a:latin typeface="Century Gothic"/>
              </a:rPr>
              <a:t>Covariates:</a:t>
            </a:r>
            <a:r>
              <a:rPr lang="en-US">
                <a:latin typeface="Century Gothic"/>
              </a:rPr>
              <a:t> baseline outcome, age, BMI, smoking status, race/ethnicity, adherence, education</a:t>
            </a:r>
            <a:endParaRPr lang="en-US" dirty="0">
              <a:latin typeface="Century Gothic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r>
              <a:rPr lang="en-US" sz="1600">
                <a:latin typeface="Century Gothic"/>
              </a:rPr>
              <a:t>One conventional (frequentist) model for each outcome</a:t>
            </a:r>
            <a:endParaRPr lang="en-US" sz="1600" dirty="0">
              <a:latin typeface="Century Gothic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r>
              <a:rPr lang="en-US">
                <a:latin typeface="Century Gothic"/>
              </a:rPr>
              <a:t>Report: point estimates, 95% confidence intervals, p-values</a:t>
            </a:r>
            <a:endParaRPr lang="en-US" dirty="0">
              <a:latin typeface="Century Gothic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r>
              <a:rPr lang="en-US" sz="1600">
                <a:latin typeface="Century Gothic"/>
              </a:rPr>
              <a:t>One Bayesian model for each outcome</a:t>
            </a:r>
            <a:endParaRPr lang="en-US" sz="1600" dirty="0">
              <a:latin typeface="Century Gothic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r>
              <a:rPr lang="en-US">
                <a:latin typeface="Century Gothic"/>
              </a:rPr>
              <a:t>Non-informative priors for regression parameters</a:t>
            </a:r>
            <a:endParaRPr lang="en-US" dirty="0">
              <a:latin typeface="Century Gothic"/>
            </a:endParaRPr>
          </a:p>
          <a:p>
            <a:pPr lvl="2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Wingdings" pitchFamily="18" charset="0"/>
              <a:buChar char="§"/>
            </a:pPr>
            <a:r>
              <a:rPr lang="en-US" sz="1600">
                <a:latin typeface="Century Gothic"/>
              </a:rPr>
              <a:t>Intercept ~ Normal(1, 10000)</a:t>
            </a:r>
            <a:endParaRPr lang="en-US" sz="1600" dirty="0">
              <a:latin typeface="Century Gothic"/>
            </a:endParaRPr>
          </a:p>
          <a:p>
            <a:pPr lvl="2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Wingdings" pitchFamily="18" charset="0"/>
              <a:buChar char="§"/>
            </a:pPr>
            <a:r>
              <a:rPr lang="en-US" sz="1600">
                <a:latin typeface="Century Gothic"/>
              </a:rPr>
              <a:t>Coefficients ~ Normal(0, 10000)</a:t>
            </a:r>
            <a:endParaRPr lang="en-US" sz="1600" dirty="0">
              <a:latin typeface="Century Gothic"/>
            </a:endParaRPr>
          </a:p>
          <a:p>
            <a:pPr lvl="2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Wingdings" pitchFamily="18" charset="0"/>
              <a:buChar char="§"/>
            </a:pPr>
            <a:r>
              <a:rPr lang="en-US" sz="1600">
                <a:latin typeface="Century Gothic"/>
              </a:rPr>
              <a:t>Residual standard deviation ~ Half-Normal(0, 10000)</a:t>
            </a:r>
            <a:endParaRPr lang="en-US" sz="1600" dirty="0">
              <a:latin typeface="Century Gothic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r>
              <a:rPr lang="en-US">
                <a:latin typeface="Century Gothic"/>
              </a:rPr>
              <a:t>Report: posterior means, 95% credible intervals, posterior probabilities</a:t>
            </a:r>
            <a:endParaRPr lang="en-US" dirty="0">
              <a:latin typeface="Century Gothic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r>
              <a:rPr lang="en-US" sz="1600" dirty="0">
                <a:latin typeface="Century Gothic"/>
              </a:rPr>
              <a:t>Evidence of a statistical association would be determined by a p-value &lt; 0.05 or the respective 95% intervals excluding 0</a:t>
            </a:r>
          </a:p>
          <a:p>
            <a:pPr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r>
              <a:rPr lang="en-US" sz="1600">
                <a:latin typeface="Century Gothic"/>
              </a:rPr>
              <a:t>Clinically</a:t>
            </a:r>
            <a:r>
              <a:rPr lang="en-US" sz="1600" dirty="0">
                <a:latin typeface="Century Gothic"/>
              </a:rPr>
              <a:t> meaningful differences:</a:t>
            </a: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r>
              <a:rPr lang="en-US">
                <a:latin typeface="Century Gothic"/>
                <a:cs typeface="Times New Roman"/>
              </a:rPr>
              <a:t>Viral load: 0.5 log</a:t>
            </a:r>
            <a:r>
              <a:rPr lang="en-US" baseline="-25000">
                <a:latin typeface="Century Gothic"/>
                <a:cs typeface="Times New Roman"/>
              </a:rPr>
              <a:t>10</a:t>
            </a:r>
            <a:r>
              <a:rPr lang="en-US">
                <a:latin typeface="Century Gothic"/>
                <a:cs typeface="Times New Roman"/>
              </a:rPr>
              <a:t> change</a:t>
            </a:r>
            <a:endParaRPr lang="en-US" dirty="0">
              <a:latin typeface="Century Gothic"/>
              <a:cs typeface="Times New Roman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lang="en-US">
                <a:latin typeface="Century Gothic"/>
                <a:cs typeface="Times New Roman"/>
              </a:rPr>
              <a:t>CD4: 50 cells count change</a:t>
            </a:r>
            <a:endParaRPr lang="en-US" dirty="0">
              <a:latin typeface="Century Gothic"/>
              <a:cs typeface="Times New Roman"/>
            </a:endParaRP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lang="en-US">
                <a:latin typeface="Century Gothic"/>
                <a:cs typeface="Times New Roman"/>
              </a:rPr>
              <a:t>Quality-of-life: 2-point change</a:t>
            </a:r>
            <a:endParaRPr lang="en-US" dirty="0">
              <a:latin typeface="Century Gothic"/>
              <a:cs typeface="Times New Roman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r>
              <a:rPr lang="en-US" sz="1600" dirty="0">
                <a:latin typeface="Century Gothic"/>
                <a:cs typeface="Times New Roman"/>
              </a:rPr>
              <a:t>One additional Bayesian linear model without controlling for adherence to see if posterior means, 95% </a:t>
            </a:r>
            <a:r>
              <a:rPr lang="en-US" sz="1600" dirty="0" err="1">
                <a:latin typeface="Century Gothic"/>
                <a:cs typeface="Times New Roman"/>
              </a:rPr>
              <a:t>CrIs</a:t>
            </a:r>
            <a:r>
              <a:rPr lang="en-US" sz="1600" dirty="0">
                <a:latin typeface="Century Gothic"/>
                <a:cs typeface="Times New Roman"/>
              </a:rPr>
              <a:t> and posterior probabilities change</a:t>
            </a:r>
          </a:p>
          <a:p>
            <a:pPr lvl="1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Courier New,monospace" pitchFamily="18" charset="0"/>
              <a:buChar char="o"/>
            </a:pPr>
            <a:endParaRPr lang="en-US" dirty="0">
              <a:latin typeface="Century Gothic"/>
              <a:cs typeface="Times New Roman"/>
            </a:endParaRPr>
          </a:p>
          <a:p>
            <a:pPr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</a:pPr>
            <a:endParaRPr lang="en-US" sz="1600" dirty="0">
              <a:latin typeface="Century Gothic"/>
              <a:cs typeface="Times New Roman"/>
            </a:endParaRPr>
          </a:p>
          <a:p>
            <a:pPr marL="514350" indent="-514350">
              <a:spcBef>
                <a:spcPts val="0"/>
              </a:spcBef>
              <a:spcAft>
                <a:spcPts val="400"/>
              </a:spcAft>
              <a:buClr>
                <a:srgbClr val="262626"/>
              </a:buClr>
              <a:buFont typeface="Garamond" pitchFamily="18" charset="0"/>
              <a:buChar char="◦"/>
            </a:pPr>
            <a:endParaRPr lang="en-US" sz="1600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77866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A04021-6EE3-0CE8-ACCB-918465365DC5}"/>
              </a:ext>
            </a:extLst>
          </p:cNvPr>
          <p:cNvSpPr>
            <a:spLocks noGrp="1"/>
          </p:cNvSpPr>
          <p:nvPr/>
        </p:nvSpPr>
        <p:spPr>
          <a:xfrm>
            <a:off x="1066800" y="-326865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US" dirty="0">
                <a:solidFill>
                  <a:schemeClr val="tx2"/>
                </a:solidFill>
              </a:rPr>
              <a:t>Results</a:t>
            </a:r>
            <a:endParaRPr lang="en-US"/>
          </a:p>
        </p:txBody>
      </p:sp>
      <p:pic>
        <p:nvPicPr>
          <p:cNvPr id="2" name="Picture 1" descr="freq_vs_bayes.png">
            <a:extLst>
              <a:ext uri="{FF2B5EF4-FFF2-40B4-BE49-F238E27FC236}">
                <a16:creationId xmlns:a16="http://schemas.microsoft.com/office/drawing/2014/main" id="{8153B659-850B-8BA9-CF63-2B250A8D7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413"/>
          <a:stretch>
            <a:fillRect/>
          </a:stretch>
        </p:blipFill>
        <p:spPr>
          <a:xfrm>
            <a:off x="1298028" y="4543833"/>
            <a:ext cx="9601197" cy="2163730"/>
          </a:xfrm>
          <a:prstGeom prst="rect">
            <a:avLst/>
          </a:prstGeom>
        </p:spPr>
      </p:pic>
      <p:pic>
        <p:nvPicPr>
          <p:cNvPr id="3" name="Picture 2" descr="adherence_models.png">
            <a:extLst>
              <a:ext uri="{FF2B5EF4-FFF2-40B4-BE49-F238E27FC236}">
                <a16:creationId xmlns:a16="http://schemas.microsoft.com/office/drawing/2014/main" id="{F1EB96A6-4EF5-268C-72DB-B513835EE2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" r="68" b="12347"/>
          <a:stretch>
            <a:fillRect/>
          </a:stretch>
        </p:blipFill>
        <p:spPr>
          <a:xfrm>
            <a:off x="3352368" y="717699"/>
            <a:ext cx="5487122" cy="374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7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005CA-B37A-005B-C5DA-25671863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ol_plots.png">
            <a:extLst>
              <a:ext uri="{FF2B5EF4-FFF2-40B4-BE49-F238E27FC236}">
                <a16:creationId xmlns:a16="http://schemas.microsoft.com/office/drawing/2014/main" id="{F018F5FF-AFED-F988-3D3F-C9BC09DC7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294" y="3447376"/>
            <a:ext cx="6309155" cy="3408072"/>
          </a:xfrm>
          <a:prstGeom prst="rect">
            <a:avLst/>
          </a:prstGeom>
        </p:spPr>
      </p:pic>
      <p:pic>
        <p:nvPicPr>
          <p:cNvPr id="3" name="Picture 2" descr="clinical_plots.png">
            <a:extLst>
              <a:ext uri="{FF2B5EF4-FFF2-40B4-BE49-F238E27FC236}">
                <a16:creationId xmlns:a16="http://schemas.microsoft.com/office/drawing/2014/main" id="{4AF3D1E2-C052-300D-5E2C-1BC50D7D1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" y="-707"/>
            <a:ext cx="6310676" cy="3413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0062D-05BD-A8F5-4197-D43B0C7E8AD8}"/>
              </a:ext>
            </a:extLst>
          </p:cNvPr>
          <p:cNvSpPr txBox="1"/>
          <p:nvPr/>
        </p:nvSpPr>
        <p:spPr>
          <a:xfrm>
            <a:off x="6311462" y="1521373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485A4"/>
                </a:solidFill>
                <a:latin typeface="Century Gothic"/>
              </a:rPr>
              <a:t>Clinical Outcomes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C315A-0C09-5F02-5BB0-55E93C44B457}"/>
              </a:ext>
            </a:extLst>
          </p:cNvPr>
          <p:cNvSpPr txBox="1"/>
          <p:nvPr/>
        </p:nvSpPr>
        <p:spPr>
          <a:xfrm>
            <a:off x="-215463" y="4963510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solidFill>
                  <a:srgbClr val="1485A4"/>
                </a:solidFill>
                <a:latin typeface="Century Gothic"/>
              </a:rPr>
              <a:t>Quality-of-Life Outcomes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62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9665-ED8D-F540-D98B-99753D86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B880093-6B95-AEEC-A023-861C4C2BBFD3}"/>
              </a:ext>
            </a:extLst>
          </p:cNvPr>
          <p:cNvSpPr>
            <a:spLocks noGrp="1"/>
          </p:cNvSpPr>
          <p:nvPr/>
        </p:nvSpPr>
        <p:spPr>
          <a:xfrm>
            <a:off x="1066800" y="214997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US" dirty="0">
                <a:solidFill>
                  <a:schemeClr val="tx2"/>
                </a:solidFill>
              </a:rPr>
              <a:t>Discussion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2CF947-41A5-302B-7660-9067395509C3}"/>
              </a:ext>
            </a:extLst>
          </p:cNvPr>
          <p:cNvSpPr>
            <a:spLocks noGrp="1"/>
          </p:cNvSpPr>
          <p:nvPr/>
        </p:nvSpPr>
        <p:spPr>
          <a:xfrm>
            <a:off x="1066800" y="1587401"/>
            <a:ext cx="10058400" cy="46116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Baseline hard drug use was linked to declines in CD4+ T cell counts and physical quality of life both statistically and clinically</a:t>
            </a:r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Viral load and mental quality of life showed no significant changes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Including adherence in models did not alter results; most participants had ≥95% adherence at year 2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Mild nonnormality and heteroscedasticity observed; results should be interpreted cautiously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Analysis included only complete cases, reducing sample size and potentially biasing results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Self-reported drug use may have introduced misclassification bias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Other unmeasured factors (continued drug use, mental health, comorbidities) may have influenced outcomes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Wide variability present across outcomes</a:t>
            </a:r>
            <a:endParaRPr lang="en-US"/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1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8183-E778-4EDF-B426-440B454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460535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169</cp:revision>
  <dcterms:created xsi:type="dcterms:W3CDTF">2026-03-01T21:29:49Z</dcterms:created>
  <dcterms:modified xsi:type="dcterms:W3CDTF">2026-03-02T16:33:34Z</dcterms:modified>
</cp:coreProperties>
</file>