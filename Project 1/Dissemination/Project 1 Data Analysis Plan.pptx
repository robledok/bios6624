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7262F-101A-4152-F147-185F58E5A603}" v="1071" dt="2026-02-17T18:55:31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ledo, Kayla" userId="S::kayla.robledo@cuanschutz.edu::6eb23104-6d90-4085-b81a-901d881bfb4e" providerId="AD" clId="Web-{1DE7262F-101A-4152-F147-185F58E5A603}"/>
    <pc:docChg chg="mod addSld modSld addMainMaster delMainMaster">
      <pc:chgData name="Robledo, Kayla" userId="S::kayla.robledo@cuanschutz.edu::6eb23104-6d90-4085-b81a-901d881bfb4e" providerId="AD" clId="Web-{1DE7262F-101A-4152-F147-185F58E5A603}" dt="2026-02-17T18:55:31.192" v="1080" actId="14100"/>
      <pc:docMkLst>
        <pc:docMk/>
      </pc:docMkLst>
      <pc:sldChg chg="modSp mod modClrScheme chgLayout">
        <pc:chgData name="Robledo, Kayla" userId="S::kayla.robledo@cuanschutz.edu::6eb23104-6d90-4085-b81a-901d881bfb4e" providerId="AD" clId="Web-{1DE7262F-101A-4152-F147-185F58E5A603}" dt="2026-02-17T18:19:04.293" v="75"/>
        <pc:sldMkLst>
          <pc:docMk/>
          <pc:sldMk cId="109857222" sldId="256"/>
        </pc:sldMkLst>
        <pc:spChg chg="mod ord">
          <ac:chgData name="Robledo, Kayla" userId="S::kayla.robledo@cuanschutz.edu::6eb23104-6d90-4085-b81a-901d881bfb4e" providerId="AD" clId="Web-{1DE7262F-101A-4152-F147-185F58E5A603}" dt="2026-02-17T18:19:04.293" v="75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obledo, Kayla" userId="S::kayla.robledo@cuanschutz.edu::6eb23104-6d90-4085-b81a-901d881bfb4e" providerId="AD" clId="Web-{1DE7262F-101A-4152-F147-185F58E5A603}" dt="2026-02-17T18:19:04.293" v="75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Robledo, Kayla" userId="S::kayla.robledo@cuanschutz.edu::6eb23104-6d90-4085-b81a-901d881bfb4e" providerId="AD" clId="Web-{1DE7262F-101A-4152-F147-185F58E5A603}" dt="2026-02-17T18:51:26.144" v="1058" actId="20577"/>
        <pc:sldMkLst>
          <pc:docMk/>
          <pc:sldMk cId="914634539" sldId="257"/>
        </pc:sldMkLst>
        <pc:spChg chg="mod ord">
          <ac:chgData name="Robledo, Kayla" userId="S::kayla.robledo@cuanschutz.edu::6eb23104-6d90-4085-b81a-901d881bfb4e" providerId="AD" clId="Web-{1DE7262F-101A-4152-F147-185F58E5A603}" dt="2026-02-17T18:19:17.918" v="78"/>
          <ac:spMkLst>
            <pc:docMk/>
            <pc:sldMk cId="914634539" sldId="257"/>
            <ac:spMk id="2" creationId="{4FD8C06D-4033-5B5E-9D8F-65B341562C05}"/>
          </ac:spMkLst>
        </pc:spChg>
        <pc:spChg chg="mod ord">
          <ac:chgData name="Robledo, Kayla" userId="S::kayla.robledo@cuanschutz.edu::6eb23104-6d90-4085-b81a-901d881bfb4e" providerId="AD" clId="Web-{1DE7262F-101A-4152-F147-185F58E5A603}" dt="2026-02-17T18:51:26.144" v="1058" actId="20577"/>
          <ac:spMkLst>
            <pc:docMk/>
            <pc:sldMk cId="914634539" sldId="257"/>
            <ac:spMk id="3" creationId="{B5E91999-3780-5842-1368-92F32B4D23F4}"/>
          </ac:spMkLst>
        </pc:spChg>
      </pc:sldChg>
      <pc:sldChg chg="addSp delSp modSp new mod modClrScheme chgLayout">
        <pc:chgData name="Robledo, Kayla" userId="S::kayla.robledo@cuanschutz.edu::6eb23104-6d90-4085-b81a-901d881bfb4e" providerId="AD" clId="Web-{1DE7262F-101A-4152-F147-185F58E5A603}" dt="2026-02-17T18:55:31.192" v="1080" actId="14100"/>
        <pc:sldMkLst>
          <pc:docMk/>
          <pc:sldMk cId="1139524070" sldId="258"/>
        </pc:sldMkLst>
        <pc:spChg chg="mod ord">
          <ac:chgData name="Robledo, Kayla" userId="S::kayla.robledo@cuanschutz.edu::6eb23104-6d90-4085-b81a-901d881bfb4e" providerId="AD" clId="Web-{1DE7262F-101A-4152-F147-185F58E5A603}" dt="2026-02-17T18:33:49.625" v="613" actId="1076"/>
          <ac:spMkLst>
            <pc:docMk/>
            <pc:sldMk cId="1139524070" sldId="258"/>
            <ac:spMk id="2" creationId="{C0A2AEB9-04D2-2270-2329-BC0BB1F6600D}"/>
          </ac:spMkLst>
        </pc:spChg>
        <pc:spChg chg="mod ord">
          <ac:chgData name="Robledo, Kayla" userId="S::kayla.robledo@cuanschutz.edu::6eb23104-6d90-4085-b81a-901d881bfb4e" providerId="AD" clId="Web-{1DE7262F-101A-4152-F147-185F58E5A603}" dt="2026-02-17T18:55:31.192" v="1080" actId="14100"/>
          <ac:spMkLst>
            <pc:docMk/>
            <pc:sldMk cId="1139524070" sldId="258"/>
            <ac:spMk id="3" creationId="{BB010208-3305-76B0-52DE-228B571E29B9}"/>
          </ac:spMkLst>
        </pc:spChg>
        <pc:spChg chg="add del mod">
          <ac:chgData name="Robledo, Kayla" userId="S::kayla.robledo@cuanschutz.edu::6eb23104-6d90-4085-b81a-901d881bfb4e" providerId="AD" clId="Web-{1DE7262F-101A-4152-F147-185F58E5A603}" dt="2026-02-17T18:34:33.141" v="620"/>
          <ac:spMkLst>
            <pc:docMk/>
            <pc:sldMk cId="1139524070" sldId="258"/>
            <ac:spMk id="6" creationId="{EF17DF96-67BA-D3D1-F601-0EBD1395B103}"/>
          </ac:spMkLst>
        </pc:spChg>
        <pc:graphicFrameChg chg="add del mod modGraphic">
          <ac:chgData name="Robledo, Kayla" userId="S::kayla.robledo@cuanschutz.edu::6eb23104-6d90-4085-b81a-901d881bfb4e" providerId="AD" clId="Web-{1DE7262F-101A-4152-F147-185F58E5A603}" dt="2026-02-17T18:34:33.141" v="621"/>
          <ac:graphicFrameMkLst>
            <pc:docMk/>
            <pc:sldMk cId="1139524070" sldId="258"/>
            <ac:graphicFrameMk id="5" creationId="{7626B8A5-4730-7B04-6ED2-4C6DC5F586F5}"/>
          </ac:graphicFrameMkLst>
        </pc:graphicFrameChg>
        <pc:picChg chg="add mod">
          <ac:chgData name="Robledo, Kayla" userId="S::kayla.robledo@cuanschutz.edu::6eb23104-6d90-4085-b81a-901d881bfb4e" providerId="AD" clId="Web-{1DE7262F-101A-4152-F147-185F58E5A603}" dt="2026-02-17T18:35:08.375" v="625" actId="1076"/>
          <ac:picMkLst>
            <pc:docMk/>
            <pc:sldMk cId="1139524070" sldId="258"/>
            <ac:picMk id="7" creationId="{04864D34-6B0E-7EA3-C48D-BA993E04DE5F}"/>
          </ac:picMkLst>
        </pc:picChg>
      </pc:sldChg>
      <pc:sldChg chg="modSp new mod modClrScheme chgLayout">
        <pc:chgData name="Robledo, Kayla" userId="S::kayla.robledo@cuanschutz.edu::6eb23104-6d90-4085-b81a-901d881bfb4e" providerId="AD" clId="Web-{1DE7262F-101A-4152-F147-185F58E5A603}" dt="2026-02-17T18:55:01.988" v="1079" actId="1076"/>
        <pc:sldMkLst>
          <pc:docMk/>
          <pc:sldMk cId="2831374853" sldId="259"/>
        </pc:sldMkLst>
        <pc:spChg chg="mod ord">
          <ac:chgData name="Robledo, Kayla" userId="S::kayla.robledo@cuanschutz.edu::6eb23104-6d90-4085-b81a-901d881bfb4e" providerId="AD" clId="Web-{1DE7262F-101A-4152-F147-185F58E5A603}" dt="2026-02-17T18:36:11.094" v="632" actId="14100"/>
          <ac:spMkLst>
            <pc:docMk/>
            <pc:sldMk cId="2831374853" sldId="259"/>
            <ac:spMk id="2" creationId="{E6B3B2C7-185A-8838-DF20-5C146F56D3BF}"/>
          </ac:spMkLst>
        </pc:spChg>
        <pc:spChg chg="mod ord">
          <ac:chgData name="Robledo, Kayla" userId="S::kayla.robledo@cuanschutz.edu::6eb23104-6d90-4085-b81a-901d881bfb4e" providerId="AD" clId="Web-{1DE7262F-101A-4152-F147-185F58E5A603}" dt="2026-02-17T18:55:01.988" v="1079" actId="1076"/>
          <ac:spMkLst>
            <pc:docMk/>
            <pc:sldMk cId="2831374853" sldId="259"/>
            <ac:spMk id="3" creationId="{4FDADF1F-3AA2-25F2-FD85-16F94112A35E}"/>
          </ac:spMkLst>
        </pc:spChg>
      </pc:sldChg>
      <pc:sldChg chg="delSp modSp new mod modClrScheme chgLayout">
        <pc:chgData name="Robledo, Kayla" userId="S::kayla.robledo@cuanschutz.edu::6eb23104-6d90-4085-b81a-901d881bfb4e" providerId="AD" clId="Web-{1DE7262F-101A-4152-F147-185F58E5A603}" dt="2026-02-17T18:45:08.471" v="1017" actId="20577"/>
        <pc:sldMkLst>
          <pc:docMk/>
          <pc:sldMk cId="1194245549" sldId="260"/>
        </pc:sldMkLst>
        <pc:spChg chg="mod ord">
          <ac:chgData name="Robledo, Kayla" userId="S::kayla.robledo@cuanschutz.edu::6eb23104-6d90-4085-b81a-901d881bfb4e" providerId="AD" clId="Web-{1DE7262F-101A-4152-F147-185F58E5A603}" dt="2026-02-17T18:45:08.471" v="1017" actId="20577"/>
          <ac:spMkLst>
            <pc:docMk/>
            <pc:sldMk cId="1194245549" sldId="260"/>
            <ac:spMk id="2" creationId="{BC948DAD-E7A4-6A8B-8E62-52AE4196D508}"/>
          </ac:spMkLst>
        </pc:spChg>
        <pc:spChg chg="del">
          <ac:chgData name="Robledo, Kayla" userId="S::kayla.robledo@cuanschutz.edu::6eb23104-6d90-4085-b81a-901d881bfb4e" providerId="AD" clId="Web-{1DE7262F-101A-4152-F147-185F58E5A603}" dt="2026-02-17T18:16:21.698" v="45"/>
          <ac:spMkLst>
            <pc:docMk/>
            <pc:sldMk cId="1194245549" sldId="260"/>
            <ac:spMk id="3" creationId="{3D9E23BD-92A6-63EF-25AF-D756DD803442}"/>
          </ac:spMkLst>
        </pc:spChg>
      </pc:sldChg>
      <pc:sldMasterChg chg="del delSldLayout">
        <pc:chgData name="Robledo, Kayla" userId="S::kayla.robledo@cuanschutz.edu::6eb23104-6d90-4085-b81a-901d881bfb4e" providerId="AD" clId="Web-{1DE7262F-101A-4152-F147-185F58E5A603}" dt="2026-02-17T18:16:49.620" v="50"/>
        <pc:sldMasterMkLst>
          <pc:docMk/>
          <pc:sldMasterMk cId="2460954070" sldId="2147483660"/>
        </pc:sldMasterMkLst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Robledo, Kayla" userId="S::kayla.robledo@cuanschutz.edu::6eb23104-6d90-4085-b81a-901d881bfb4e" providerId="AD" clId="Web-{1DE7262F-101A-4152-F147-185F58E5A603}" dt="2026-02-17T18:16:49.620" v="5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03.558" v="52"/>
        <pc:sldMasterMkLst>
          <pc:docMk/>
          <pc:sldMasterMk cId="2629637753" sldId="2147483672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2989633497" sldId="214748367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4218066854" sldId="214748367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749721501" sldId="214748367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1832868763" sldId="214748367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3504758164" sldId="214748367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1422062632" sldId="214748367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3003860004" sldId="214748367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1252418001" sldId="214748368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708405140" sldId="214748368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2310218134" sldId="214748368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3.558" v="52"/>
          <pc:sldLayoutMkLst>
            <pc:docMk/>
            <pc:sldMasterMk cId="2629637753" sldId="2147483672"/>
            <pc:sldLayoutMk cId="3679265531" sldId="2147483683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05.011" v="53"/>
        <pc:sldMasterMkLst>
          <pc:docMk/>
          <pc:sldMasterMk cId="1036060802" sldId="2147483684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3724721833" sldId="214748368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4060056161" sldId="214748368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3141647438" sldId="214748368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2838645253" sldId="214748368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3425174545" sldId="214748368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3622734557" sldId="214748369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1800676054" sldId="214748369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3300328500" sldId="214748369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3811763946" sldId="214748369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1310951744" sldId="214748369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5.011" v="53"/>
          <pc:sldLayoutMkLst>
            <pc:docMk/>
            <pc:sldMasterMk cId="1036060802" sldId="2147483684"/>
            <pc:sldLayoutMk cId="4093748347" sldId="2147483695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06.667" v="54"/>
        <pc:sldMasterMkLst>
          <pc:docMk/>
          <pc:sldMasterMk cId="1640630971" sldId="2147483696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1525645222" sldId="214748369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523727324" sldId="214748369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3687606337" sldId="214748369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204122153" sldId="214748370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975221854" sldId="214748370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2667608162" sldId="214748370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2892535866" sldId="214748370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795056700" sldId="214748370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2846339878" sldId="214748370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3569953434" sldId="214748370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06.667" v="54"/>
          <pc:sldLayoutMkLst>
            <pc:docMk/>
            <pc:sldMasterMk cId="1640630971" sldId="2147483696"/>
            <pc:sldLayoutMk cId="2682279498" sldId="2147483707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13.292" v="55"/>
        <pc:sldMasterMkLst>
          <pc:docMk/>
          <pc:sldMasterMk cId="2061040205" sldId="2147483708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3241338140" sldId="214748370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1151369290" sldId="214748371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3454448486" sldId="214748371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1181892507" sldId="214748371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3801058479" sldId="214748371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1816572698" sldId="214748371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3107230126" sldId="214748371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1828890039" sldId="214748371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4027700555" sldId="214748371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2002902433" sldId="214748371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3.292" v="55"/>
          <pc:sldLayoutMkLst>
            <pc:docMk/>
            <pc:sldMasterMk cId="2061040205" sldId="2147483708"/>
            <pc:sldLayoutMk cId="2545678859" sldId="2147483719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15.042" v="56"/>
        <pc:sldMasterMkLst>
          <pc:docMk/>
          <pc:sldMasterMk cId="864177972" sldId="2147483720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1765891819" sldId="214748372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1398852169" sldId="214748372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391637108" sldId="214748372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174134674" sldId="214748372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503032585" sldId="214748372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1032494655" sldId="214748372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2297919786" sldId="214748372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515433207" sldId="214748372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3746945355" sldId="214748372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971114953" sldId="214748373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4097106910" sldId="214748373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2974352235" sldId="214748373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3791642378" sldId="214748373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646232695" sldId="214748373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2042330715" sldId="214748373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5.042" v="56"/>
          <pc:sldLayoutMkLst>
            <pc:docMk/>
            <pc:sldMasterMk cId="864177972" sldId="2147483720"/>
            <pc:sldLayoutMk cId="1819451915" sldId="2147483736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16.183" v="57"/>
        <pc:sldMasterMkLst>
          <pc:docMk/>
          <pc:sldMasterMk cId="3495732475" sldId="2147483737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383980959" sldId="214748373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1645277573" sldId="214748373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3685971093" sldId="214748374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2478595274" sldId="214748374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4278566900" sldId="214748374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3825348016" sldId="214748374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2423812738" sldId="214748374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3293061598" sldId="214748374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941683036" sldId="214748374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2957501689" sldId="214748374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1615245718" sldId="214748374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1140940578" sldId="214748374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2422767268" sldId="214748375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1351752705" sldId="214748375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2395294795" sldId="214748375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16.183" v="57"/>
          <pc:sldLayoutMkLst>
            <pc:docMk/>
            <pc:sldMasterMk cId="3495732475" sldId="2147483737"/>
            <pc:sldLayoutMk cId="2575784380" sldId="2147483753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20.871" v="58"/>
        <pc:sldMasterMkLst>
          <pc:docMk/>
          <pc:sldMasterMk cId="3994252144" sldId="2147483754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1535201952" sldId="214748375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3663484527" sldId="214748375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2790555135" sldId="214748375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1996336920" sldId="214748375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3024324976" sldId="214748375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3110989555" sldId="214748376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1606652384" sldId="214748376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1398440795" sldId="214748376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2037403152" sldId="214748376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1392159937" sldId="214748376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3998665422" sldId="214748376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3301482331" sldId="214748376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1389115226" sldId="214748376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266796308" sldId="214748376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1872714366" sldId="214748376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0.871" v="58"/>
          <pc:sldLayoutMkLst>
            <pc:docMk/>
            <pc:sldMasterMk cId="3994252144" sldId="2147483754"/>
            <pc:sldLayoutMk cId="2823766761" sldId="2147483770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29.933" v="59"/>
        <pc:sldMasterMkLst>
          <pc:docMk/>
          <pc:sldMasterMk cId="575037833" sldId="2147483771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4191958229" sldId="214748377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1408538809" sldId="214748377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2625369427" sldId="214748377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2999513173" sldId="214748377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3296070241" sldId="214748377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2154248748" sldId="214748377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808541744" sldId="214748377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3599245685" sldId="214748377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542477455" sldId="214748378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2171700578" sldId="214748378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29.933" v="59"/>
          <pc:sldLayoutMkLst>
            <pc:docMk/>
            <pc:sldMasterMk cId="575037833" sldId="2147483771"/>
            <pc:sldLayoutMk cId="2025056383" sldId="2147483782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7:38.339" v="60"/>
        <pc:sldMasterMkLst>
          <pc:docMk/>
          <pc:sldMasterMk cId="23836227" sldId="2147483783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3455621916" sldId="214748378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491941716" sldId="214748378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2011724131" sldId="214748378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1196651496" sldId="214748378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304577140" sldId="214748378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2147814375" sldId="214748378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4049901311" sldId="214748379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442833817" sldId="214748379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3960781081" sldId="214748379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3364196310" sldId="214748379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7:38.339" v="60"/>
          <pc:sldLayoutMkLst>
            <pc:docMk/>
            <pc:sldMasterMk cId="23836227" sldId="2147483783"/>
            <pc:sldLayoutMk cId="264994242" sldId="2147483794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8:43.793" v="74"/>
        <pc:sldMasterMkLst>
          <pc:docMk/>
          <pc:sldMasterMk cId="1552810293" sldId="2147483795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3285288249" sldId="214748379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52790694" sldId="214748379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2462712996" sldId="214748379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1174471075" sldId="214748379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1680327050" sldId="214748380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1111911612" sldId="214748380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3527024100" sldId="214748380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1769264444" sldId="214748380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2257762682" sldId="214748380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880141748" sldId="214748380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8:43.793" v="74"/>
          <pc:sldLayoutMkLst>
            <pc:docMk/>
            <pc:sldMasterMk cId="1552810293" sldId="2147483795"/>
            <pc:sldLayoutMk cId="4277996787" sldId="2147483806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1DE7262F-101A-4152-F147-185F58E5A603}" dt="2026-02-17T18:19:04.293" v="75"/>
        <pc:sldMasterMkLst>
          <pc:docMk/>
          <pc:sldMasterMk cId="4284842256" sldId="2147483807"/>
        </pc:sldMasterMkLst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487692152" sldId="2147483808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2321511652" sldId="2147483809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4086120245" sldId="2147483810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1314927413" sldId="2147483811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126367546" sldId="2147483812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1006903968" sldId="2147483813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634252283" sldId="2147483814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1959960085" sldId="2147483815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3443697871" sldId="2147483816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3094594044" sldId="2147483817"/>
          </pc:sldLayoutMkLst>
        </pc:sldLayoutChg>
        <pc:sldLayoutChg chg="add del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4284842256" sldId="2147483807"/>
            <pc:sldLayoutMk cId="1236067368" sldId="2147483818"/>
          </pc:sldLayoutMkLst>
        </pc:sldLayoutChg>
      </pc:sldMasterChg>
      <pc:sldMasterChg chg="add addSldLayout modSldLayout">
        <pc:chgData name="Robledo, Kayla" userId="S::kayla.robledo@cuanschutz.edu::6eb23104-6d90-4085-b81a-901d881bfb4e" providerId="AD" clId="Web-{1DE7262F-101A-4152-F147-185F58E5A603}" dt="2026-02-17T18:19:04.293" v="75"/>
        <pc:sldMasterMkLst>
          <pc:docMk/>
          <pc:sldMasterMk cId="632425691" sldId="2147483819"/>
        </pc:sldMasterMkLst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3338018574" sldId="2147483820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572339568" sldId="2147483821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2543872188" sldId="2147483822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245882337" sldId="2147483823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153551952" sldId="2147483824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168520998" sldId="2147483825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2428660925" sldId="2147483826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2646588549" sldId="2147483827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4199643423" sldId="2147483828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3664197940" sldId="2147483829"/>
          </pc:sldLayoutMkLst>
        </pc:sldLayoutChg>
        <pc:sldLayoutChg chg="add mod replId">
          <pc:chgData name="Robledo, Kayla" userId="S::kayla.robledo@cuanschutz.edu::6eb23104-6d90-4085-b81a-901d881bfb4e" providerId="AD" clId="Web-{1DE7262F-101A-4152-F147-185F58E5A603}" dt="2026-02-17T18:19:04.293" v="75"/>
          <pc:sldLayoutMkLst>
            <pc:docMk/>
            <pc:sldMasterMk cId="632425691" sldId="2147483819"/>
            <pc:sldLayoutMk cId="2822654624" sldId="214748383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18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33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87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5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2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66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58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2/17/2026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4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19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5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42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876" y="1261872"/>
            <a:ext cx="10171356" cy="2852928"/>
          </a:xfrm>
        </p:spPr>
        <p:txBody>
          <a:bodyPr/>
          <a:lstStyle/>
          <a:p>
            <a:r>
              <a:rPr lang="en-US" sz="8000" dirty="0">
                <a:solidFill>
                  <a:srgbClr val="000000"/>
                </a:solidFill>
                <a:latin typeface="Franklin Gothic Demi Cond"/>
              </a:rPr>
              <a:t>Project 1: </a:t>
            </a:r>
            <a:r>
              <a:rPr lang="en-US" sz="8000">
                <a:solidFill>
                  <a:srgbClr val="000000"/>
                </a:solidFill>
                <a:latin typeface="Franklin Gothic Demi Cond"/>
              </a:rPr>
              <a:t>Interim</a:t>
            </a:r>
            <a:r>
              <a:rPr lang="en-US" sz="8000" dirty="0">
                <a:solidFill>
                  <a:srgbClr val="000000"/>
                </a:solidFill>
                <a:latin typeface="Franklin Gothic Demi Cond"/>
              </a:rPr>
              <a:t> 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By: Kayla Robledo</a:t>
            </a:r>
          </a:p>
          <a:p>
            <a:r>
              <a:rPr lang="en-US"/>
              <a:t>February 18th,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C06D-4033-5B5E-9D8F-65B34156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821" y="659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sz="4800">
                <a:solidFill>
                  <a:srgbClr val="000000"/>
                </a:solidFill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91999-3780-5842-1368-92F32B4D2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701" y="1711334"/>
            <a:ext cx="10058400" cy="43263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 i="1"/>
              <a:t>From baseline to year 2 after starting </a:t>
            </a:r>
            <a:r>
              <a:rPr lang="en-US" sz="2400" i="1">
                <a:latin typeface="Rockwell"/>
                <a:cs typeface="Times New Roman"/>
              </a:rPr>
              <a:t>highly active antiretroviral treatment (HAART)</a:t>
            </a:r>
            <a:r>
              <a:rPr lang="en-US" sz="2400" i="1"/>
              <a:t>...</a:t>
            </a:r>
            <a:endParaRPr lang="en-US" sz="2400" i="1" dirty="0"/>
          </a:p>
          <a:p>
            <a:pPr>
              <a:buFont typeface="Arial" pitchFamily="2" charset="2"/>
              <a:buChar char="•"/>
            </a:pPr>
            <a:r>
              <a:rPr lang="en-US" sz="2400">
                <a:ea typeface="+mn-lt"/>
                <a:cs typeface="+mn-lt"/>
              </a:rPr>
              <a:t>Do viral load counts decrease? Is there a difference between those who use hard drugs at baseline and those who do not?</a:t>
            </a:r>
            <a:endParaRPr lang="en-US" sz="2400" dirty="0">
              <a:ea typeface="+mn-lt"/>
              <a:cs typeface="+mn-lt"/>
            </a:endParaRPr>
          </a:p>
          <a:p>
            <a:pPr>
              <a:buClr>
                <a:srgbClr val="9E3611"/>
              </a:buClr>
              <a:buFont typeface="Arial" pitchFamily="2" charset="2"/>
              <a:buChar char="•"/>
            </a:pPr>
            <a:r>
              <a:rPr lang="en-US" sz="2400">
                <a:ea typeface="+mn-lt"/>
                <a:cs typeface="+mn-lt"/>
              </a:rPr>
              <a:t>Do CD4+ T cell counts decrease? Is there a difference between </a:t>
            </a:r>
            <a:r>
              <a:rPr lang="en-US" sz="2400" err="1">
                <a:ea typeface="+mn-lt"/>
                <a:cs typeface="+mn-lt"/>
              </a:rPr>
              <a:t>tho</a:t>
            </a:r>
            <a:r>
              <a:rPr lang="en-US" sz="2400">
                <a:ea typeface="+mn-lt"/>
                <a:cs typeface="+mn-lt"/>
              </a:rPr>
              <a:t>se who use hard drugs at baseline and those who do not?</a:t>
            </a:r>
          </a:p>
          <a:p>
            <a:pPr>
              <a:buClr>
                <a:srgbClr val="9E3611"/>
              </a:buClr>
              <a:buFont typeface="Arial" pitchFamily="2" charset="2"/>
              <a:buChar char="•"/>
            </a:pPr>
            <a:r>
              <a:rPr lang="en-US" sz="2400">
                <a:ea typeface="+mn-lt"/>
                <a:cs typeface="+mn-lt"/>
              </a:rPr>
              <a:t>Do physical quality-of-life scores increase? Is there a difference between those who use hard drugs at baseline and those who do not?</a:t>
            </a:r>
          </a:p>
          <a:p>
            <a:pPr>
              <a:buClr>
                <a:srgbClr val="9E3611"/>
              </a:buClr>
              <a:buFont typeface="Arial" pitchFamily="2" charset="2"/>
              <a:buChar char="•"/>
            </a:pPr>
            <a:r>
              <a:rPr lang="en-US" sz="2400">
                <a:ea typeface="+mn-lt"/>
                <a:cs typeface="+mn-lt"/>
              </a:rPr>
              <a:t>Do mental quality-of-life scores increase? Is there a difference between those who use hard drugs at baseline and those who do not?</a:t>
            </a:r>
            <a:endParaRPr lang="en-US" sz="2400"/>
          </a:p>
          <a:p>
            <a:pPr marL="274320" lvl="1" indent="0">
              <a:spcAft>
                <a:spcPts val="0"/>
              </a:spcAft>
              <a:buClr>
                <a:srgbClr val="9E3611"/>
              </a:buCl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463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AEB9-04D2-2270-2329-BC0BB1F6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59"/>
            <a:ext cx="10058400" cy="816452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rgbClr val="000000"/>
                </a:solidFill>
              </a:rPr>
              <a:t>Data Overview and 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10208-3305-76B0-52DE-228B571E2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56" y="724004"/>
            <a:ext cx="5548184" cy="5891585"/>
          </a:xfrm>
          <a:ln>
            <a:solidFill>
              <a:schemeClr val="accent1"/>
            </a:solidFill>
            <a:prstDash val="sysDot"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1800"/>
              <a:t>Which covariates should be </a:t>
            </a:r>
            <a:r>
              <a:rPr lang="en-US" sz="1800" err="1"/>
              <a:t>basel</a:t>
            </a:r>
            <a:r>
              <a:rPr lang="en-US" sz="1800"/>
              <a:t>ine only?</a:t>
            </a:r>
            <a:endParaRPr lang="en-US" sz="1800" dirty="0"/>
          </a:p>
          <a:p>
            <a:pPr>
              <a:buClr>
                <a:srgbClr val="9E3611"/>
              </a:buClr>
            </a:pPr>
            <a:r>
              <a:rPr lang="en-US" sz="1800" dirty="0"/>
              <a:t>How should we proceed with grouping race/ethnicity? White, black, other?</a:t>
            </a:r>
          </a:p>
          <a:p>
            <a:pPr>
              <a:buClr>
                <a:srgbClr val="9E3611"/>
              </a:buClr>
            </a:pPr>
            <a:r>
              <a:rPr lang="en-US" sz="1800"/>
              <a:t>Can we group education at 8th grade or less and 9th, 10th, or 11th grade?</a:t>
            </a:r>
            <a:endParaRPr lang="en-US" sz="1800" dirty="0"/>
          </a:p>
          <a:p>
            <a:pPr>
              <a:buClr>
                <a:srgbClr val="9E3611"/>
              </a:buClr>
            </a:pPr>
            <a:r>
              <a:rPr lang="en-US" sz="1800"/>
              <a:t>Since viral load counts and CD4+ T cell counts are right skewed, a log transformation will be needed</a:t>
            </a:r>
            <a:endParaRPr lang="en-US" sz="18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1800"/>
              <a:t>Data cleaning process:</a:t>
            </a:r>
            <a:endParaRPr lang="en-US" sz="1800" dirty="0"/>
          </a:p>
          <a:p>
            <a:r>
              <a:rPr lang="en-US" sz="1800" dirty="0" err="1"/>
              <a:t>Exlcude</a:t>
            </a:r>
            <a:r>
              <a:rPr lang="en-US" sz="1800" dirty="0"/>
              <a:t> data to years 0 and 2 where each individual has observations for both</a:t>
            </a:r>
          </a:p>
          <a:p>
            <a:pPr>
              <a:buClr>
                <a:srgbClr val="9E3611"/>
              </a:buClr>
            </a:pPr>
            <a:r>
              <a:rPr lang="en-US" sz="1800" dirty="0"/>
              <a:t>Exclude negative BMIs and BMIs </a:t>
            </a:r>
            <a:r>
              <a:rPr lang="en-US" sz="1800"/>
              <a:t>exceeding 250</a:t>
            </a:r>
            <a:endParaRPr lang="en-US" sz="1800" dirty="0"/>
          </a:p>
          <a:p>
            <a:pPr>
              <a:buClr>
                <a:srgbClr val="9E3611"/>
              </a:buClr>
            </a:pPr>
            <a:r>
              <a:rPr lang="en-US" sz="1800" dirty="0"/>
              <a:t>Viral load and CD4+ T cell counts are missing 28 and 27 values respectively. Both quality of life measures are missing 7.</a:t>
            </a:r>
          </a:p>
          <a:p>
            <a:pPr>
              <a:buClr>
                <a:srgbClr val="9E3611"/>
              </a:buClr>
            </a:pPr>
            <a:r>
              <a:rPr lang="en-US" sz="1800" dirty="0"/>
              <a:t>Overall, 1 observation is missing </a:t>
            </a:r>
            <a:r>
              <a:rPr lang="en-US" sz="1800"/>
              <a:t>smoking status and 57 are missing BMIS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864D34-6B0E-7EA3-C48D-BA993E04D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534" y="725315"/>
            <a:ext cx="5827497" cy="603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24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B2C7-185A-8838-DF20-5C146F56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779"/>
            <a:ext cx="10058400" cy="802521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000000"/>
                </a:solidFill>
              </a:rPr>
              <a:t>Analysis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DF1F-3AA2-25F2-FD85-16F94112A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24" y="810321"/>
            <a:ext cx="11291047" cy="523861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pitchFamily="2" charset="2"/>
              <a:buChar char="•"/>
            </a:pPr>
            <a:r>
              <a:rPr lang="en-US"/>
              <a:t>4 different linear models:</a:t>
            </a:r>
            <a:endParaRPr lang="en-US" dirty="0"/>
          </a:p>
          <a:p>
            <a:pPr lvl="1"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2000"/>
              <a:t>Outcomes: log(viral load), log(CD4+ T cell counts), physical quality-of-life, mental-quality-of-life</a:t>
            </a:r>
            <a:endParaRPr lang="en-US" sz="2000" dirty="0"/>
          </a:p>
          <a:p>
            <a:pPr lvl="1">
              <a:buClr>
                <a:srgbClr val="9E3611"/>
              </a:buClr>
              <a:buFont typeface="Courier New,monospace" pitchFamily="2" charset="2"/>
              <a:buChar char="o"/>
            </a:pPr>
            <a:r>
              <a:rPr lang="en-US" sz="2000" i="1"/>
              <a:t>Primary explanatory variable:</a:t>
            </a:r>
            <a:r>
              <a:rPr lang="en-US" sz="2000"/>
              <a:t> baseline hard drug usage</a:t>
            </a:r>
            <a:endParaRPr lang="en-US" sz="2000" dirty="0"/>
          </a:p>
          <a:p>
            <a:pPr lvl="1">
              <a:buClr>
                <a:srgbClr val="9E3611"/>
              </a:buClr>
              <a:buFont typeface="Courier New,monospace" pitchFamily="2" charset="2"/>
              <a:buChar char="o"/>
            </a:pPr>
            <a:r>
              <a:rPr lang="en-US" sz="2000" i="1"/>
              <a:t>Covariates:</a:t>
            </a:r>
            <a:r>
              <a:rPr lang="en-US" sz="2000"/>
              <a:t> baseline outcome, age, BMI, smoking status, race/ethnicity, adherence, education</a:t>
            </a:r>
            <a:endParaRPr lang="en-US" sz="2000" dirty="0"/>
          </a:p>
          <a:p>
            <a:pPr>
              <a:spcAft>
                <a:spcPts val="200"/>
              </a:spcAft>
              <a:buClr>
                <a:srgbClr val="9E3611"/>
              </a:buClr>
              <a:buFont typeface="Arial" pitchFamily="2" charset="2"/>
              <a:buChar char="•"/>
            </a:pPr>
            <a:r>
              <a:rPr lang="en-US"/>
              <a:t>One conventional model for each outcome</a:t>
            </a:r>
            <a:endParaRPr lang="en-US" dirty="0"/>
          </a:p>
          <a:p>
            <a:pPr lvl="1"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2000"/>
              <a:t>Report: point estimates, 95% confidence intervals, p-values</a:t>
            </a:r>
            <a:endParaRPr lang="en-US" sz="2000" dirty="0"/>
          </a:p>
          <a:p>
            <a:pPr>
              <a:spcAft>
                <a:spcPts val="200"/>
              </a:spcAft>
              <a:buClr>
                <a:srgbClr val="9E3611"/>
              </a:buClr>
              <a:buFont typeface="Arial" pitchFamily="2" charset="2"/>
              <a:buChar char="•"/>
            </a:pPr>
            <a:r>
              <a:rPr lang="en-US"/>
              <a:t>One Bayesian model for each outcome</a:t>
            </a:r>
            <a:endParaRPr lang="en-US" dirty="0"/>
          </a:p>
          <a:p>
            <a:pPr lvl="1"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2000" dirty="0"/>
              <a:t>Non-informative priors for </a:t>
            </a:r>
            <a:r>
              <a:rPr lang="en-US" sz="2000"/>
              <a:t>regression parameters</a:t>
            </a:r>
            <a:endParaRPr lang="en-US" sz="2000" dirty="0"/>
          </a:p>
          <a:p>
            <a:pPr lvl="1"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2000"/>
              <a:t>Report: point estimates, 95%</a:t>
            </a:r>
            <a:r>
              <a:rPr lang="en-US" sz="2000" dirty="0"/>
              <a:t>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h</a:t>
            </a:r>
            <a:r>
              <a:rPr lang="en-US" sz="20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ighest posterior density intervals </a:t>
            </a:r>
          </a:p>
          <a:p>
            <a:pPr>
              <a:spcAft>
                <a:spcPts val="200"/>
              </a:spcAft>
              <a:buClr>
                <a:srgbClr val="9E3611"/>
              </a:buClr>
              <a:buFont typeface="Arial" pitchFamily="2" charset="2"/>
              <a:buChar char="•"/>
            </a:pPr>
            <a:r>
              <a:rPr lang="en-US" dirty="0">
                <a:solidFill>
                  <a:srgbClr val="0A0A0A"/>
                </a:solidFill>
                <a:highlight>
                  <a:srgbClr val="FFFFFF"/>
                </a:highlight>
              </a:rPr>
              <a:t>Evidence of an association would be determined by a p-value &lt; 0.05 or the respective 95% intervals excluding 0</a:t>
            </a:r>
          </a:p>
          <a:p>
            <a:pPr>
              <a:spcAft>
                <a:spcPts val="200"/>
              </a:spcAft>
              <a:buClr>
                <a:srgbClr val="9E3611"/>
              </a:buClr>
              <a:buFont typeface="Arial" pitchFamily="2" charset="2"/>
              <a:buChar char="•"/>
            </a:pPr>
            <a:r>
              <a:rPr lang="en-US" dirty="0">
                <a:solidFill>
                  <a:srgbClr val="0A0A0A"/>
                </a:solidFill>
                <a:highlight>
                  <a:srgbClr val="FFFFFF"/>
                </a:highlight>
              </a:rPr>
              <a:t>We are interested if there is a difference in the outcome from baseli</a:t>
            </a:r>
            <a:r>
              <a:rPr lang="en-US">
                <a:solidFill>
                  <a:srgbClr val="0A0A0A"/>
                </a:solidFill>
                <a:highlight>
                  <a:srgbClr val="FFFFFF"/>
                </a:highlight>
              </a:rPr>
              <a:t>ne to year 2 for  individuals who </a:t>
            </a:r>
            <a:r>
              <a:rPr lang="en-US" dirty="0">
                <a:solidFill>
                  <a:srgbClr val="0A0A0A"/>
                </a:solidFill>
                <a:highlight>
                  <a:srgbClr val="FFFFFF"/>
                </a:highlight>
              </a:rPr>
              <a:t>reported using hard drugs at baseline compared to those who did not</a:t>
            </a:r>
          </a:p>
          <a:p>
            <a:pPr lvl="1"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2000" dirty="0">
                <a:solidFill>
                  <a:srgbClr val="0A0A0A"/>
                </a:solidFill>
                <a:highlight>
                  <a:srgbClr val="FFFFFF"/>
                </a:highlight>
              </a:rPr>
              <a:t>We want to quantify that difference and determine if there was an increase or decrease in the outcomes</a:t>
            </a:r>
          </a:p>
        </p:txBody>
      </p:sp>
    </p:spTree>
    <p:extLst>
      <p:ext uri="{BB962C8B-B14F-4D97-AF65-F5344CB8AC3E}">
        <p14:creationId xmlns:p14="http://schemas.microsoft.com/office/powerpoint/2010/main" val="283137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8DAD-E7A4-6A8B-8E62-52AE4196D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9606"/>
            <a:ext cx="9144000" cy="23876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>
                <a:solidFill>
                  <a:schemeClr val="tx1"/>
                </a:solidFill>
              </a:rPr>
              <a:t>Questions/Comments</a:t>
            </a:r>
            <a:endParaRPr lang="en-US">
              <a:solidFill>
                <a:schemeClr val="tx1"/>
              </a:solidFill>
              <a:latin typeface="Rockwell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94245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Wood Type</vt:lpstr>
      <vt:lpstr>Project 1: Interim Presentation</vt:lpstr>
      <vt:lpstr>Research Questions</vt:lpstr>
      <vt:lpstr>Data Overview and Descriptive Statistics</vt:lpstr>
      <vt:lpstr>Analysis Plan</vt:lpstr>
      <vt:lpstr>Questions/Comments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241</cp:revision>
  <dcterms:created xsi:type="dcterms:W3CDTF">2026-02-17T18:14:20Z</dcterms:created>
  <dcterms:modified xsi:type="dcterms:W3CDTF">2026-02-17T18:55:41Z</dcterms:modified>
</cp:coreProperties>
</file>