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05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AFAC2D-BDF8-9FAA-081A-F9E0769008B3}" v="75" dt="2026-04-22T02:16:27.743"/>
    <p1510:client id="{53AB8E98-024D-8563-44A0-5DB75E078257}" v="24" dt="2026-04-21T21:21:02.244"/>
    <p1510:client id="{A7CA2AE1-E782-CEC8-9A16-0F4AAE7E6921}" v="1694" dt="2026-04-21T21:16:56.5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ledo, Kayla" userId="S::kayla.robledo@cuanschutz.edu::6eb23104-6d90-4085-b81a-901d881bfb4e" providerId="AD" clId="Web-{16AFAC2D-BDF8-9FAA-081A-F9E0769008B3}"/>
    <pc:docChg chg="modSld">
      <pc:chgData name="Robledo, Kayla" userId="S::kayla.robledo@cuanschutz.edu::6eb23104-6d90-4085-b81a-901d881bfb4e" providerId="AD" clId="Web-{16AFAC2D-BDF8-9FAA-081A-F9E0769008B3}" dt="2026-04-22T02:16:27.743" v="74" actId="20577"/>
      <pc:docMkLst>
        <pc:docMk/>
      </pc:docMkLst>
      <pc:sldChg chg="addSp modSp">
        <pc:chgData name="Robledo, Kayla" userId="S::kayla.robledo@cuanschutz.edu::6eb23104-6d90-4085-b81a-901d881bfb4e" providerId="AD" clId="Web-{16AFAC2D-BDF8-9FAA-081A-F9E0769008B3}" dt="2026-04-22T02:16:27.743" v="74" actId="20577"/>
        <pc:sldMkLst>
          <pc:docMk/>
          <pc:sldMk cId="3042945238" sldId="256"/>
        </pc:sldMkLst>
        <pc:spChg chg="mod">
          <ac:chgData name="Robledo, Kayla" userId="S::kayla.robledo@cuanschutz.edu::6eb23104-6d90-4085-b81a-901d881bfb4e" providerId="AD" clId="Web-{16AFAC2D-BDF8-9FAA-081A-F9E0769008B3}" dt="2026-04-22T02:16:27.743" v="74" actId="20577"/>
          <ac:spMkLst>
            <pc:docMk/>
            <pc:sldMk cId="3042945238" sldId="256"/>
            <ac:spMk id="2" creationId="{2CA41967-859D-974A-1755-C2887E1C11EB}"/>
          </ac:spMkLst>
        </pc:spChg>
        <pc:spChg chg="add mod">
          <ac:chgData name="Robledo, Kayla" userId="S::kayla.robledo@cuanschutz.edu::6eb23104-6d90-4085-b81a-901d881bfb4e" providerId="AD" clId="Web-{16AFAC2D-BDF8-9FAA-081A-F9E0769008B3}" dt="2026-04-22T02:16:01.727" v="69" actId="20577"/>
          <ac:spMkLst>
            <pc:docMk/>
            <pc:sldMk cId="3042945238" sldId="256"/>
            <ac:spMk id="5" creationId="{612905C1-66D3-3C03-E8C3-F058C71584A8}"/>
          </ac:spMkLst>
        </pc:spChg>
      </pc:sldChg>
      <pc:sldChg chg="modSp">
        <pc:chgData name="Robledo, Kayla" userId="S::kayla.robledo@cuanschutz.edu::6eb23104-6d90-4085-b81a-901d881bfb4e" providerId="AD" clId="Web-{16AFAC2D-BDF8-9FAA-081A-F9E0769008B3}" dt="2026-04-22T01:46:04.669" v="47" actId="20577"/>
        <pc:sldMkLst>
          <pc:docMk/>
          <pc:sldMk cId="2358212048" sldId="257"/>
        </pc:sldMkLst>
        <pc:spChg chg="mod">
          <ac:chgData name="Robledo, Kayla" userId="S::kayla.robledo@cuanschutz.edu::6eb23104-6d90-4085-b81a-901d881bfb4e" providerId="AD" clId="Web-{16AFAC2D-BDF8-9FAA-081A-F9E0769008B3}" dt="2026-04-22T01:46:04.669" v="47" actId="20577"/>
          <ac:spMkLst>
            <pc:docMk/>
            <pc:sldMk cId="2358212048" sldId="257"/>
            <ac:spMk id="3" creationId="{F4599DC5-695E-DB89-B913-67659367C654}"/>
          </ac:spMkLst>
        </pc:spChg>
      </pc:sldChg>
      <pc:sldChg chg="addSp delSp modSp">
        <pc:chgData name="Robledo, Kayla" userId="S::kayla.robledo@cuanschutz.edu::6eb23104-6d90-4085-b81a-901d881bfb4e" providerId="AD" clId="Web-{16AFAC2D-BDF8-9FAA-081A-F9E0769008B3}" dt="2026-04-22T02:14:21.100" v="54" actId="1076"/>
        <pc:sldMkLst>
          <pc:docMk/>
          <pc:sldMk cId="109107563" sldId="260"/>
        </pc:sldMkLst>
        <pc:picChg chg="del">
          <ac:chgData name="Robledo, Kayla" userId="S::kayla.robledo@cuanschutz.edu::6eb23104-6d90-4085-b81a-901d881bfb4e" providerId="AD" clId="Web-{16AFAC2D-BDF8-9FAA-081A-F9E0769008B3}" dt="2026-04-22T01:41:36.700" v="0"/>
          <ac:picMkLst>
            <pc:docMk/>
            <pc:sldMk cId="109107563" sldId="260"/>
            <ac:picMk id="2" creationId="{88AFB00A-FF82-6C3A-B2BA-CF90A2D1A2E4}"/>
          </ac:picMkLst>
        </pc:picChg>
        <pc:picChg chg="add mod">
          <ac:chgData name="Robledo, Kayla" userId="S::kayla.robledo@cuanschutz.edu::6eb23104-6d90-4085-b81a-901d881bfb4e" providerId="AD" clId="Web-{16AFAC2D-BDF8-9FAA-081A-F9E0769008B3}" dt="2026-04-22T02:14:21.100" v="54" actId="1076"/>
          <ac:picMkLst>
            <pc:docMk/>
            <pc:sldMk cId="109107563" sldId="260"/>
            <ac:picMk id="2" creationId="{A48DA032-433E-39A8-9953-4534719D0F01}"/>
          </ac:picMkLst>
        </pc:picChg>
        <pc:picChg chg="add del mod">
          <ac:chgData name="Robledo, Kayla" userId="S::kayla.robledo@cuanschutz.edu::6eb23104-6d90-4085-b81a-901d881bfb4e" providerId="AD" clId="Web-{16AFAC2D-BDF8-9FAA-081A-F9E0769008B3}" dt="2026-04-22T02:13:40.553" v="48"/>
          <ac:picMkLst>
            <pc:docMk/>
            <pc:sldMk cId="109107563" sldId="260"/>
            <ac:picMk id="3" creationId="{41E7286F-4F10-4E99-4EE7-FF84455A638F}"/>
          </ac:picMkLst>
        </pc:picChg>
        <pc:picChg chg="mod">
          <ac:chgData name="Robledo, Kayla" userId="S::kayla.robledo@cuanschutz.edu::6eb23104-6d90-4085-b81a-901d881bfb4e" providerId="AD" clId="Web-{16AFAC2D-BDF8-9FAA-081A-F9E0769008B3}" dt="2026-04-22T01:42:29.934" v="7" actId="1076"/>
          <ac:picMkLst>
            <pc:docMk/>
            <pc:sldMk cId="109107563" sldId="260"/>
            <ac:picMk id="4" creationId="{3BDD1153-1BCB-E4E4-616D-54776E2C8F7E}"/>
          </ac:picMkLst>
        </pc:picChg>
        <pc:picChg chg="mod">
          <ac:chgData name="Robledo, Kayla" userId="S::kayla.robledo@cuanschutz.edu::6eb23104-6d90-4085-b81a-901d881bfb4e" providerId="AD" clId="Web-{16AFAC2D-BDF8-9FAA-081A-F9E0769008B3}" dt="2026-04-22T01:42:26.059" v="6" actId="1076"/>
          <ac:picMkLst>
            <pc:docMk/>
            <pc:sldMk cId="109107563" sldId="260"/>
            <ac:picMk id="6" creationId="{691FC052-DBD0-8A52-970D-DD0E087429BD}"/>
          </ac:picMkLst>
        </pc:picChg>
      </pc:sldChg>
      <pc:sldChg chg="modSp">
        <pc:chgData name="Robledo, Kayla" userId="S::kayla.robledo@cuanschutz.edu::6eb23104-6d90-4085-b81a-901d881bfb4e" providerId="AD" clId="Web-{16AFAC2D-BDF8-9FAA-081A-F9E0769008B3}" dt="2026-04-22T01:45:39.013" v="46" actId="14100"/>
        <pc:sldMkLst>
          <pc:docMk/>
          <pc:sldMk cId="114623721" sldId="261"/>
        </pc:sldMkLst>
        <pc:spChg chg="mod">
          <ac:chgData name="Robledo, Kayla" userId="S::kayla.robledo@cuanschutz.edu::6eb23104-6d90-4085-b81a-901d881bfb4e" providerId="AD" clId="Web-{16AFAC2D-BDF8-9FAA-081A-F9E0769008B3}" dt="2026-04-22T01:45:39.013" v="46" actId="14100"/>
          <ac:spMkLst>
            <pc:docMk/>
            <pc:sldMk cId="114623721" sldId="261"/>
            <ac:spMk id="3" creationId="{56C8ED08-7C22-EB1D-87CC-7656DBFFF661}"/>
          </ac:spMkLst>
        </pc:spChg>
      </pc:sldChg>
      <pc:sldChg chg="modSp">
        <pc:chgData name="Robledo, Kayla" userId="S::kayla.robledo@cuanschutz.edu::6eb23104-6d90-4085-b81a-901d881bfb4e" providerId="AD" clId="Web-{16AFAC2D-BDF8-9FAA-081A-F9E0769008B3}" dt="2026-04-22T02:14:46.773" v="60" actId="20577"/>
        <pc:sldMkLst>
          <pc:docMk/>
          <pc:sldMk cId="1047344277" sldId="263"/>
        </pc:sldMkLst>
        <pc:spChg chg="mod">
          <ac:chgData name="Robledo, Kayla" userId="S::kayla.robledo@cuanschutz.edu::6eb23104-6d90-4085-b81a-901d881bfb4e" providerId="AD" clId="Web-{16AFAC2D-BDF8-9FAA-081A-F9E0769008B3}" dt="2026-04-22T02:14:46.773" v="60" actId="20577"/>
          <ac:spMkLst>
            <pc:docMk/>
            <pc:sldMk cId="1047344277" sldId="263"/>
            <ac:spMk id="3" creationId="{D6EBD690-787C-5013-35C8-AD6C9D793708}"/>
          </ac:spMkLst>
        </pc:spChg>
      </pc:sldChg>
    </pc:docChg>
  </pc:docChgLst>
  <pc:docChgLst>
    <pc:chgData name="Robledo, Kayla" userId="S::kayla.robledo@cuanschutz.edu::6eb23104-6d90-4085-b81a-901d881bfb4e" providerId="AD" clId="Web-{A7CA2AE1-E782-CEC8-9A16-0F4AAE7E6921}"/>
    <pc:docChg chg="mod addSld delSld modSld addMainMaster delMainMaster">
      <pc:chgData name="Robledo, Kayla" userId="S::kayla.robledo@cuanschutz.edu::6eb23104-6d90-4085-b81a-901d881bfb4e" providerId="AD" clId="Web-{A7CA2AE1-E782-CEC8-9A16-0F4AAE7E6921}" dt="2026-04-21T21:16:56.531" v="1735" actId="1076"/>
      <pc:docMkLst>
        <pc:docMk/>
      </pc:docMkLst>
      <pc:sldChg chg="addSp modSp del mod setBg modClrScheme chgLayout">
        <pc:chgData name="Robledo, Kayla" userId="S::kayla.robledo@cuanschutz.edu::6eb23104-6d90-4085-b81a-901d881bfb4e" providerId="AD" clId="Web-{A7CA2AE1-E782-CEC8-9A16-0F4AAE7E6921}" dt="2026-04-21T03:11:52.264" v="202"/>
        <pc:sldMkLst>
          <pc:docMk/>
          <pc:sldMk cId="109857222" sldId="256"/>
        </pc:sldMkLst>
        <pc:spChg chg="mod ord">
          <ac:chgData name="Robledo, Kayla" userId="S::kayla.robledo@cuanschutz.edu::6eb23104-6d90-4085-b81a-901d881bfb4e" providerId="AD" clId="Web-{A7CA2AE1-E782-CEC8-9A16-0F4AAE7E6921}" dt="2026-04-21T03:11:28.389" v="194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Robledo, Kayla" userId="S::kayla.robledo@cuanschutz.edu::6eb23104-6d90-4085-b81a-901d881bfb4e" providerId="AD" clId="Web-{A7CA2AE1-E782-CEC8-9A16-0F4AAE7E6921}" dt="2026-04-21T03:11:28.389" v="194"/>
          <ac:spMkLst>
            <pc:docMk/>
            <pc:sldMk cId="109857222" sldId="256"/>
            <ac:spMk id="3" creationId="{00000000-0000-0000-0000-000000000000}"/>
          </ac:spMkLst>
        </pc:spChg>
        <pc:spChg chg="add mod">
          <ac:chgData name="Robledo, Kayla" userId="S::kayla.robledo@cuanschutz.edu::6eb23104-6d90-4085-b81a-901d881bfb4e" providerId="AD" clId="Web-{A7CA2AE1-E782-CEC8-9A16-0F4AAE7E6921}" dt="2026-04-21T02:57:50.297" v="55" actId="1076"/>
          <ac:spMkLst>
            <pc:docMk/>
            <pc:sldMk cId="109857222" sldId="256"/>
            <ac:spMk id="5" creationId="{611042D6-D879-4A69-4E1E-CC8CEB54921A}"/>
          </ac:spMkLst>
        </pc:spChg>
      </pc:sldChg>
      <pc:sldChg chg="modSp new mod modClrScheme chgLayout">
        <pc:chgData name="Robledo, Kayla" userId="S::kayla.robledo@cuanschutz.edu::6eb23104-6d90-4085-b81a-901d881bfb4e" providerId="AD" clId="Web-{A7CA2AE1-E782-CEC8-9A16-0F4AAE7E6921}" dt="2026-04-21T20:20:48.682" v="1686" actId="20577"/>
        <pc:sldMkLst>
          <pc:docMk/>
          <pc:sldMk cId="3042945238" sldId="256"/>
        </pc:sldMkLst>
        <pc:spChg chg="mod ord">
          <ac:chgData name="Robledo, Kayla" userId="S::kayla.robledo@cuanschutz.edu::6eb23104-6d90-4085-b81a-901d881bfb4e" providerId="AD" clId="Web-{A7CA2AE1-E782-CEC8-9A16-0F4AAE7E6921}" dt="2026-04-21T03:14:22.045" v="252"/>
          <ac:spMkLst>
            <pc:docMk/>
            <pc:sldMk cId="3042945238" sldId="256"/>
            <ac:spMk id="2" creationId="{2CA41967-859D-974A-1755-C2887E1C11EB}"/>
          </ac:spMkLst>
        </pc:spChg>
        <pc:spChg chg="mod ord">
          <ac:chgData name="Robledo, Kayla" userId="S::kayla.robledo@cuanschutz.edu::6eb23104-6d90-4085-b81a-901d881bfb4e" providerId="AD" clId="Web-{A7CA2AE1-E782-CEC8-9A16-0F4AAE7E6921}" dt="2026-04-21T20:20:48.682" v="1686" actId="20577"/>
          <ac:spMkLst>
            <pc:docMk/>
            <pc:sldMk cId="3042945238" sldId="256"/>
            <ac:spMk id="3" creationId="{2A8E17D6-EC23-AC47-2378-69939DCA3FE1}"/>
          </ac:spMkLst>
        </pc:spChg>
      </pc:sldChg>
      <pc:sldChg chg="modSp new mod modClrScheme chgLayout">
        <pc:chgData name="Robledo, Kayla" userId="S::kayla.robledo@cuanschutz.edu::6eb23104-6d90-4085-b81a-901d881bfb4e" providerId="AD" clId="Web-{A7CA2AE1-E782-CEC8-9A16-0F4AAE7E6921}" dt="2026-04-21T21:12:14.969" v="1691" actId="20577"/>
        <pc:sldMkLst>
          <pc:docMk/>
          <pc:sldMk cId="2358212048" sldId="257"/>
        </pc:sldMkLst>
        <pc:spChg chg="mod ord">
          <ac:chgData name="Robledo, Kayla" userId="S::kayla.robledo@cuanschutz.edu::6eb23104-6d90-4085-b81a-901d881bfb4e" providerId="AD" clId="Web-{A7CA2AE1-E782-CEC8-9A16-0F4AAE7E6921}" dt="2026-04-21T19:36:20.174" v="1684" actId="1076"/>
          <ac:spMkLst>
            <pc:docMk/>
            <pc:sldMk cId="2358212048" sldId="257"/>
            <ac:spMk id="2" creationId="{4E449CE1-612A-97D5-24E6-FA950B911C8A}"/>
          </ac:spMkLst>
        </pc:spChg>
        <pc:spChg chg="mod ord">
          <ac:chgData name="Robledo, Kayla" userId="S::kayla.robledo@cuanschutz.edu::6eb23104-6d90-4085-b81a-901d881bfb4e" providerId="AD" clId="Web-{A7CA2AE1-E782-CEC8-9A16-0F4AAE7E6921}" dt="2026-04-21T21:12:14.969" v="1691" actId="20577"/>
          <ac:spMkLst>
            <pc:docMk/>
            <pc:sldMk cId="2358212048" sldId="257"/>
            <ac:spMk id="3" creationId="{F4599DC5-695E-DB89-B913-67659367C654}"/>
          </ac:spMkLst>
        </pc:spChg>
      </pc:sldChg>
      <pc:sldChg chg="modSp new del mod setBg modClrScheme chgLayout">
        <pc:chgData name="Robledo, Kayla" userId="S::kayla.robledo@cuanschutz.edu::6eb23104-6d90-4085-b81a-901d881bfb4e" providerId="AD" clId="Web-{A7CA2AE1-E782-CEC8-9A16-0F4AAE7E6921}" dt="2026-04-21T03:11:52.264" v="201"/>
        <pc:sldMkLst>
          <pc:docMk/>
          <pc:sldMk cId="3076503788" sldId="257"/>
        </pc:sldMkLst>
        <pc:spChg chg="mod ord">
          <ac:chgData name="Robledo, Kayla" userId="S::kayla.robledo@cuanschutz.edu::6eb23104-6d90-4085-b81a-901d881bfb4e" providerId="AD" clId="Web-{A7CA2AE1-E782-CEC8-9A16-0F4AAE7E6921}" dt="2026-04-21T03:11:28.389" v="194"/>
          <ac:spMkLst>
            <pc:docMk/>
            <pc:sldMk cId="3076503788" sldId="257"/>
            <ac:spMk id="2" creationId="{893BDFE5-1A48-0D92-99C0-F6B914DED784}"/>
          </ac:spMkLst>
        </pc:spChg>
        <pc:spChg chg="mod ord">
          <ac:chgData name="Robledo, Kayla" userId="S::kayla.robledo@cuanschutz.edu::6eb23104-6d90-4085-b81a-901d881bfb4e" providerId="AD" clId="Web-{A7CA2AE1-E782-CEC8-9A16-0F4AAE7E6921}" dt="2026-04-21T03:11:28.389" v="194"/>
          <ac:spMkLst>
            <pc:docMk/>
            <pc:sldMk cId="3076503788" sldId="257"/>
            <ac:spMk id="3" creationId="{DED9C3E6-E9D1-D879-BDBB-BA79677FC697}"/>
          </ac:spMkLst>
        </pc:spChg>
        <pc:spChg chg="mod ord">
          <ac:chgData name="Robledo, Kayla" userId="S::kayla.robledo@cuanschutz.edu::6eb23104-6d90-4085-b81a-901d881bfb4e" providerId="AD" clId="Web-{A7CA2AE1-E782-CEC8-9A16-0F4AAE7E6921}" dt="2026-04-21T03:11:28.389" v="194"/>
          <ac:spMkLst>
            <pc:docMk/>
            <pc:sldMk cId="3076503788" sldId="257"/>
            <ac:spMk id="4" creationId="{C6C188B7-C68C-16A8-46A5-FF84F79272EF}"/>
          </ac:spMkLst>
        </pc:spChg>
        <pc:spChg chg="mod ord">
          <ac:chgData name="Robledo, Kayla" userId="S::kayla.robledo@cuanschutz.edu::6eb23104-6d90-4085-b81a-901d881bfb4e" providerId="AD" clId="Web-{A7CA2AE1-E782-CEC8-9A16-0F4AAE7E6921}" dt="2026-04-21T03:11:28.389" v="194"/>
          <ac:spMkLst>
            <pc:docMk/>
            <pc:sldMk cId="3076503788" sldId="257"/>
            <ac:spMk id="5" creationId="{CB2D86A9-59CC-E1E5-9990-4D59A0FE05F9}"/>
          </ac:spMkLst>
        </pc:spChg>
        <pc:spChg chg="mod ord">
          <ac:chgData name="Robledo, Kayla" userId="S::kayla.robledo@cuanschutz.edu::6eb23104-6d90-4085-b81a-901d881bfb4e" providerId="AD" clId="Web-{A7CA2AE1-E782-CEC8-9A16-0F4AAE7E6921}" dt="2026-04-21T03:11:28.389" v="194"/>
          <ac:spMkLst>
            <pc:docMk/>
            <pc:sldMk cId="3076503788" sldId="257"/>
            <ac:spMk id="6" creationId="{58D21382-108D-464A-3C52-270619C45FB6}"/>
          </ac:spMkLst>
        </pc:spChg>
      </pc:sldChg>
      <pc:sldChg chg="addSp delSp modSp new mod setBg">
        <pc:chgData name="Robledo, Kayla" userId="S::kayla.robledo@cuanschutz.edu::6eb23104-6d90-4085-b81a-901d881bfb4e" providerId="AD" clId="Web-{A7CA2AE1-E782-CEC8-9A16-0F4AAE7E6921}" dt="2026-04-21T21:14:47.813" v="1711" actId="1076"/>
        <pc:sldMkLst>
          <pc:docMk/>
          <pc:sldMk cId="527765136" sldId="258"/>
        </pc:sldMkLst>
        <pc:spChg chg="mod">
          <ac:chgData name="Robledo, Kayla" userId="S::kayla.robledo@cuanschutz.edu::6eb23104-6d90-4085-b81a-901d881bfb4e" providerId="AD" clId="Web-{A7CA2AE1-E782-CEC8-9A16-0F4AAE7E6921}" dt="2026-04-21T19:12:32.777" v="603" actId="1076"/>
          <ac:spMkLst>
            <pc:docMk/>
            <pc:sldMk cId="527765136" sldId="258"/>
            <ac:spMk id="2" creationId="{5EAC9D71-44FE-9A48-2B64-1D564A67714E}"/>
          </ac:spMkLst>
        </pc:spChg>
        <pc:spChg chg="del">
          <ac:chgData name="Robledo, Kayla" userId="S::kayla.robledo@cuanschutz.edu::6eb23104-6d90-4085-b81a-901d881bfb4e" providerId="AD" clId="Web-{A7CA2AE1-E782-CEC8-9A16-0F4AAE7E6921}" dt="2026-04-21T03:15:09.482" v="267"/>
          <ac:spMkLst>
            <pc:docMk/>
            <pc:sldMk cId="527765136" sldId="258"/>
            <ac:spMk id="3" creationId="{C24508D6-6B49-35FC-2B71-6723FBA0EADD}"/>
          </ac:spMkLst>
        </pc:spChg>
        <pc:spChg chg="add del mod">
          <ac:chgData name="Robledo, Kayla" userId="S::kayla.robledo@cuanschutz.edu::6eb23104-6d90-4085-b81a-901d881bfb4e" providerId="AD" clId="Web-{A7CA2AE1-E782-CEC8-9A16-0F4AAE7E6921}" dt="2026-04-21T19:13:48.590" v="619"/>
          <ac:spMkLst>
            <pc:docMk/>
            <pc:sldMk cId="527765136" sldId="258"/>
            <ac:spMk id="5" creationId="{7DB209DE-7CE9-56F1-F5AF-B75B216D00C8}"/>
          </ac:spMkLst>
        </pc:spChg>
        <pc:spChg chg="add del mod">
          <ac:chgData name="Robledo, Kayla" userId="S::kayla.robledo@cuanschutz.edu::6eb23104-6d90-4085-b81a-901d881bfb4e" providerId="AD" clId="Web-{A7CA2AE1-E782-CEC8-9A16-0F4AAE7E6921}" dt="2026-04-21T21:13:09.672" v="1693"/>
          <ac:spMkLst>
            <pc:docMk/>
            <pc:sldMk cId="527765136" sldId="258"/>
            <ac:spMk id="5" creationId="{BBF4B159-DEE8-6B22-06D9-48B100F454D7}"/>
          </ac:spMkLst>
        </pc:spChg>
        <pc:spChg chg="add mod">
          <ac:chgData name="Robledo, Kayla" userId="S::kayla.robledo@cuanschutz.edu::6eb23104-6d90-4085-b81a-901d881bfb4e" providerId="AD" clId="Web-{A7CA2AE1-E782-CEC8-9A16-0F4AAE7E6921}" dt="2026-04-21T21:13:48.063" v="1703" actId="20577"/>
          <ac:spMkLst>
            <pc:docMk/>
            <pc:sldMk cId="527765136" sldId="258"/>
            <ac:spMk id="7" creationId="{64D6E64B-442F-CFA5-8A84-FB1311614F8D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15:31.186" v="271"/>
          <ac:spMkLst>
            <pc:docMk/>
            <pc:sldMk cId="527765136" sldId="258"/>
            <ac:spMk id="8" creationId="{38B54B92-3E48-47EF-2260-0FC054896298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15:31.186" v="271"/>
          <ac:spMkLst>
            <pc:docMk/>
            <pc:sldMk cId="527765136" sldId="258"/>
            <ac:spMk id="11" creationId="{BE8C9223-2FD4-4E9C-9409-4991BF585190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15:31.186" v="271"/>
          <ac:spMkLst>
            <pc:docMk/>
            <pc:sldMk cId="527765136" sldId="258"/>
            <ac:spMk id="17" creationId="{B6CEA3BB-92B9-4E41-9E1E-CF0EFD3D1CAB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15:31.186" v="271"/>
          <ac:spMkLst>
            <pc:docMk/>
            <pc:sldMk cId="527765136" sldId="258"/>
            <ac:spMk id="19" creationId="{3837E685-55CA-4AEF-8E49-136FDA8B7729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15:31.186" v="271"/>
          <ac:spMkLst>
            <pc:docMk/>
            <pc:sldMk cId="527765136" sldId="258"/>
            <ac:spMk id="21" creationId="{C3950102-0087-4D5A-AEB2-B117FD34B54C}"/>
          </ac:spMkLst>
        </pc:spChg>
        <pc:spChg chg="add">
          <ac:chgData name="Robledo, Kayla" userId="S::kayla.robledo@cuanschutz.edu::6eb23104-6d90-4085-b81a-901d881bfb4e" providerId="AD" clId="Web-{A7CA2AE1-E782-CEC8-9A16-0F4AAE7E6921}" dt="2026-04-21T03:15:12.873" v="268"/>
          <ac:spMkLst>
            <pc:docMk/>
            <pc:sldMk cId="527765136" sldId="258"/>
            <ac:spMk id="23" creationId="{00F40E70-F967-479F-ABFE-79D4172E91B7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15:31.186" v="271"/>
          <ac:spMkLst>
            <pc:docMk/>
            <pc:sldMk cId="527765136" sldId="258"/>
            <ac:spMk id="25" creationId="{A47FE154-68BF-4979-A1D5-9AC97BB9CF12}"/>
          </ac:spMkLst>
        </pc:spChg>
        <pc:spChg chg="add">
          <ac:chgData name="Robledo, Kayla" userId="S::kayla.robledo@cuanschutz.edu::6eb23104-6d90-4085-b81a-901d881bfb4e" providerId="AD" clId="Web-{A7CA2AE1-E782-CEC8-9A16-0F4AAE7E6921}" dt="2026-04-21T03:15:12.873" v="268"/>
          <ac:spMkLst>
            <pc:docMk/>
            <pc:sldMk cId="527765136" sldId="258"/>
            <ac:spMk id="27" creationId="{F7C0F818-7CC8-439F-913B-3CCED12C8D5E}"/>
          </ac:spMkLst>
        </pc:spChg>
        <pc:spChg chg="del">
          <ac:chgData name="Robledo, Kayla" userId="S::kayla.robledo@cuanschutz.edu::6eb23104-6d90-4085-b81a-901d881bfb4e" providerId="AD" clId="Web-{A7CA2AE1-E782-CEC8-9A16-0F4AAE7E6921}" dt="2026-04-21T21:13:14.453" v="1694"/>
          <ac:spMkLst>
            <pc:docMk/>
            <pc:sldMk cId="527765136" sldId="258"/>
            <ac:spMk id="36" creationId="{589F2FE7-0776-45FC-BA50-B33FD5272DC7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21:13:14.453" v="1694"/>
          <ac:spMkLst>
            <pc:docMk/>
            <pc:sldMk cId="527765136" sldId="258"/>
            <ac:spMk id="40" creationId="{50815A55-8D70-457A-807A-8497E4EB2FDA}"/>
          </ac:spMkLst>
        </pc:spChg>
        <pc:spChg chg="del">
          <ac:chgData name="Robledo, Kayla" userId="S::kayla.robledo@cuanschutz.edu::6eb23104-6d90-4085-b81a-901d881bfb4e" providerId="AD" clId="Web-{A7CA2AE1-E782-CEC8-9A16-0F4AAE7E6921}" dt="2026-04-21T21:13:14.453" v="1694"/>
          <ac:spMkLst>
            <pc:docMk/>
            <pc:sldMk cId="527765136" sldId="258"/>
            <ac:spMk id="42" creationId="{E9409685-E4D7-4C17-A7A6-C7C411192862}"/>
          </ac:spMkLst>
        </pc:spChg>
        <pc:spChg chg="del">
          <ac:chgData name="Robledo, Kayla" userId="S::kayla.robledo@cuanschutz.edu::6eb23104-6d90-4085-b81a-901d881bfb4e" providerId="AD" clId="Web-{A7CA2AE1-E782-CEC8-9A16-0F4AAE7E6921}" dt="2026-04-21T21:13:14.453" v="1694"/>
          <ac:spMkLst>
            <pc:docMk/>
            <pc:sldMk cId="527765136" sldId="258"/>
            <ac:spMk id="46" creationId="{6FF2E927-A293-45DB-9963-4A49B58E0DD4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21:13:14.453" v="1694"/>
          <ac:spMkLst>
            <pc:docMk/>
            <pc:sldMk cId="527765136" sldId="258"/>
            <ac:spMk id="52" creationId="{B9C79214-593D-4D06-9432-87237EE9A7F0}"/>
          </ac:spMkLst>
        </pc:spChg>
        <pc:spChg chg="del">
          <ac:chgData name="Robledo, Kayla" userId="S::kayla.robledo@cuanschutz.edu::6eb23104-6d90-4085-b81a-901d881bfb4e" providerId="AD" clId="Web-{A7CA2AE1-E782-CEC8-9A16-0F4AAE7E6921}" dt="2026-04-21T21:13:14.453" v="1694"/>
          <ac:spMkLst>
            <pc:docMk/>
            <pc:sldMk cId="527765136" sldId="258"/>
            <ac:spMk id="54" creationId="{DFC945CA-469A-4845-9417-1B842B8D66F6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21:13:14.453" v="1694"/>
          <ac:spMkLst>
            <pc:docMk/>
            <pc:sldMk cId="527765136" sldId="258"/>
            <ac:spMk id="58" creationId="{BE71B4E1-B84B-4092-9656-51407AC9AC85}"/>
          </ac:spMkLst>
        </pc:spChg>
        <pc:spChg chg="add">
          <ac:chgData name="Robledo, Kayla" userId="S::kayla.robledo@cuanschutz.edu::6eb23104-6d90-4085-b81a-901d881bfb4e" providerId="AD" clId="Web-{A7CA2AE1-E782-CEC8-9A16-0F4AAE7E6921}" dt="2026-04-21T21:13:14.453" v="1694"/>
          <ac:spMkLst>
            <pc:docMk/>
            <pc:sldMk cId="527765136" sldId="258"/>
            <ac:spMk id="71" creationId="{1EFA679C-19AE-41DA-AC39-FBAB44B490B2}"/>
          </ac:spMkLst>
        </pc:spChg>
        <pc:spChg chg="add">
          <ac:chgData name="Robledo, Kayla" userId="S::kayla.robledo@cuanschutz.edu::6eb23104-6d90-4085-b81a-901d881bfb4e" providerId="AD" clId="Web-{A7CA2AE1-E782-CEC8-9A16-0F4AAE7E6921}" dt="2026-04-21T21:13:14.453" v="1694"/>
          <ac:spMkLst>
            <pc:docMk/>
            <pc:sldMk cId="527765136" sldId="258"/>
            <ac:spMk id="75" creationId="{B3F17D38-D32B-4B58-8017-A8BDCF6D3240}"/>
          </ac:spMkLst>
        </pc:spChg>
        <pc:spChg chg="add">
          <ac:chgData name="Robledo, Kayla" userId="S::kayla.robledo@cuanschutz.edu::6eb23104-6d90-4085-b81a-901d881bfb4e" providerId="AD" clId="Web-{A7CA2AE1-E782-CEC8-9A16-0F4AAE7E6921}" dt="2026-04-21T21:13:14.453" v="1694"/>
          <ac:spMkLst>
            <pc:docMk/>
            <pc:sldMk cId="527765136" sldId="258"/>
            <ac:spMk id="77" creationId="{A3DD0B4B-64C1-4C9A-B315-87C0AA878B83}"/>
          </ac:spMkLst>
        </pc:spChg>
        <pc:picChg chg="add del mod ord">
          <ac:chgData name="Robledo, Kayla" userId="S::kayla.robledo@cuanschutz.edu::6eb23104-6d90-4085-b81a-901d881bfb4e" providerId="AD" clId="Web-{A7CA2AE1-E782-CEC8-9A16-0F4AAE7E6921}" dt="2026-04-21T21:12:43.172" v="1692"/>
          <ac:picMkLst>
            <pc:docMk/>
            <pc:sldMk cId="527765136" sldId="258"/>
            <ac:picMk id="4" creationId="{AD7585BA-B4D2-EE3F-DAC0-6F942DBA6000}"/>
          </ac:picMkLst>
        </pc:picChg>
        <pc:picChg chg="add mod ord">
          <ac:chgData name="Robledo, Kayla" userId="S::kayla.robledo@cuanschutz.edu::6eb23104-6d90-4085-b81a-901d881bfb4e" providerId="AD" clId="Web-{A7CA2AE1-E782-CEC8-9A16-0F4AAE7E6921}" dt="2026-04-21T21:14:47.813" v="1711" actId="1076"/>
          <ac:picMkLst>
            <pc:docMk/>
            <pc:sldMk cId="527765136" sldId="258"/>
            <ac:picMk id="6" creationId="{1DB95ED4-3FC2-ED5D-B3D2-0D4E013A65E1}"/>
          </ac:picMkLst>
        </pc:picChg>
        <pc:picChg chg="add">
          <ac:chgData name="Robledo, Kayla" userId="S::kayla.robledo@cuanschutz.edu::6eb23104-6d90-4085-b81a-901d881bfb4e" providerId="AD" clId="Web-{A7CA2AE1-E782-CEC8-9A16-0F4AAE7E6921}" dt="2026-04-21T03:15:12.873" v="268"/>
          <ac:picMkLst>
            <pc:docMk/>
            <pc:sldMk cId="527765136" sldId="258"/>
            <ac:picMk id="13" creationId="{5C833961-5B20-4DF6-BBC9-F5F45D1D1563}"/>
          </ac:picMkLst>
        </pc:picChg>
      </pc:sldChg>
      <pc:sldChg chg="addSp delSp modSp new del mod setBg modClrScheme delDesignElem chgLayout">
        <pc:chgData name="Robledo, Kayla" userId="S::kayla.robledo@cuanschutz.edu::6eb23104-6d90-4085-b81a-901d881bfb4e" providerId="AD" clId="Web-{A7CA2AE1-E782-CEC8-9A16-0F4AAE7E6921}" dt="2026-04-21T03:11:52.248" v="200"/>
        <pc:sldMkLst>
          <pc:docMk/>
          <pc:sldMk cId="3592859081" sldId="258"/>
        </pc:sldMkLst>
        <pc:spChg chg="mod ord">
          <ac:chgData name="Robledo, Kayla" userId="S::kayla.robledo@cuanschutz.edu::6eb23104-6d90-4085-b81a-901d881bfb4e" providerId="AD" clId="Web-{A7CA2AE1-E782-CEC8-9A16-0F4AAE7E6921}" dt="2026-04-21T03:11:28.389" v="194"/>
          <ac:spMkLst>
            <pc:docMk/>
            <pc:sldMk cId="3592859081" sldId="258"/>
            <ac:spMk id="2" creationId="{B566694C-DB3A-2C6C-C0BC-681E6ECB24C9}"/>
          </ac:spMkLst>
        </pc:spChg>
        <pc:spChg chg="del">
          <ac:chgData name="Robledo, Kayla" userId="S::kayla.robledo@cuanschutz.edu::6eb23104-6d90-4085-b81a-901d881bfb4e" providerId="AD" clId="Web-{A7CA2AE1-E782-CEC8-9A16-0F4AAE7E6921}" dt="2026-04-21T03:08:24.218" v="160"/>
          <ac:spMkLst>
            <pc:docMk/>
            <pc:sldMk cId="3592859081" sldId="258"/>
            <ac:spMk id="3" creationId="{E36821CE-301B-5380-1514-2851A7314EBF}"/>
          </ac:spMkLst>
        </pc:spChg>
        <pc:spChg chg="add mod">
          <ac:chgData name="Robledo, Kayla" userId="S::kayla.robledo@cuanschutz.edu::6eb23104-6d90-4085-b81a-901d881bfb4e" providerId="AD" clId="Web-{A7CA2AE1-E782-CEC8-9A16-0F4AAE7E6921}" dt="2026-04-21T03:10:02.514" v="189" actId="20577"/>
          <ac:spMkLst>
            <pc:docMk/>
            <pc:sldMk cId="3592859081" sldId="258"/>
            <ac:spMk id="5" creationId="{5357C2A8-5110-FA45-8466-2FC06954E9B3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8:32.687" v="162"/>
          <ac:spMkLst>
            <pc:docMk/>
            <pc:sldMk cId="3592859081" sldId="258"/>
            <ac:spMk id="8" creationId="{9F1280F1-AC93-00CA-CDAE-5A0986C515CA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8:32.687" v="162"/>
          <ac:spMkLst>
            <pc:docMk/>
            <pc:sldMk cId="3592859081" sldId="258"/>
            <ac:spMk id="11" creationId="{282E2A95-1A08-4118-83C6-B1CA5648E075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8:32.687" v="162"/>
          <ac:spMkLst>
            <pc:docMk/>
            <pc:sldMk cId="3592859081" sldId="258"/>
            <ac:spMk id="13" creationId="{2FFEFC7E-85EE-4AC9-A351-FBEB13A1D622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8:32.687" v="162"/>
          <ac:spMkLst>
            <pc:docMk/>
            <pc:sldMk cId="3592859081" sldId="258"/>
            <ac:spMk id="15" creationId="{68DC0EC7-60EA-4BD3-BC04-D547DE1B2891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8:32.687" v="162"/>
          <ac:spMkLst>
            <pc:docMk/>
            <pc:sldMk cId="3592859081" sldId="258"/>
            <ac:spMk id="17" creationId="{CB2511BB-FC4C-45F3-94EB-661D6806C942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8:35.171" v="164"/>
          <ac:spMkLst>
            <pc:docMk/>
            <pc:sldMk cId="3592859081" sldId="258"/>
            <ac:spMk id="19" creationId="{B6EE7E08-B389-43E5-B019-1B0A8ACBBD93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8:35.171" v="164"/>
          <ac:spMkLst>
            <pc:docMk/>
            <pc:sldMk cId="3592859081" sldId="258"/>
            <ac:spMk id="20" creationId="{E60D94A5-8A09-4BAB-8F7C-69BC34C54DDE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8:35.171" v="164"/>
          <ac:spMkLst>
            <pc:docMk/>
            <pc:sldMk cId="3592859081" sldId="258"/>
            <ac:spMk id="21" creationId="{98CE59CD-0D1E-226B-DA97-D9F34276E4A0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8:35.171" v="164"/>
          <ac:spMkLst>
            <pc:docMk/>
            <pc:sldMk cId="3592859081" sldId="258"/>
            <ac:spMk id="22" creationId="{7A1AE32B-3A6E-4C5E-8FEB-73861B9A26B5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8:37.859" v="166"/>
          <ac:spMkLst>
            <pc:docMk/>
            <pc:sldMk cId="3592859081" sldId="258"/>
            <ac:spMk id="24" creationId="{4E9EDDFA-8F05-462B-8D3E-5B9C4FBC735B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8:37.859" v="166"/>
          <ac:spMkLst>
            <pc:docMk/>
            <pc:sldMk cId="3592859081" sldId="258"/>
            <ac:spMk id="25" creationId="{143F9A23-3237-4ED6-A1E9-C0E6530E053B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8:37.859" v="166"/>
          <ac:spMkLst>
            <pc:docMk/>
            <pc:sldMk cId="3592859081" sldId="258"/>
            <ac:spMk id="26" creationId="{94B551DB-A74B-1AD9-9936-8C0AA8FDA8D8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8:37.859" v="166"/>
          <ac:spMkLst>
            <pc:docMk/>
            <pc:sldMk cId="3592859081" sldId="258"/>
            <ac:spMk id="27" creationId="{C63CD46D-4335-4BA4-842A-BF835A99CB2C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8:41.749" v="168"/>
          <ac:spMkLst>
            <pc:docMk/>
            <pc:sldMk cId="3592859081" sldId="258"/>
            <ac:spMk id="29" creationId="{4BC6FC45-D4D9-4025-91DA-272D318D372B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8:41.749" v="168"/>
          <ac:spMkLst>
            <pc:docMk/>
            <pc:sldMk cId="3592859081" sldId="258"/>
            <ac:spMk id="30" creationId="{8DA562DC-B412-E455-403C-379735705E3F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8:41.749" v="168"/>
          <ac:spMkLst>
            <pc:docMk/>
            <pc:sldMk cId="3592859081" sldId="258"/>
            <ac:spMk id="31" creationId="{EA284212-C175-4C82-B112-A5208F70CB53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8:41.749" v="168"/>
          <ac:spMkLst>
            <pc:docMk/>
            <pc:sldMk cId="3592859081" sldId="258"/>
            <ac:spMk id="32" creationId="{619EC706-8928-4DFD-8084-35D599EB434F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8:44.515" v="170"/>
          <ac:spMkLst>
            <pc:docMk/>
            <pc:sldMk cId="3592859081" sldId="258"/>
            <ac:spMk id="34" creationId="{AEE537B6-098D-494F-9A54-F22CD09775CD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8:44.515" v="170"/>
          <ac:spMkLst>
            <pc:docMk/>
            <pc:sldMk cId="3592859081" sldId="258"/>
            <ac:spMk id="35" creationId="{6D5C3687-128F-46AC-B20D-FB0D14281064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8:44.515" v="170"/>
          <ac:spMkLst>
            <pc:docMk/>
            <pc:sldMk cId="3592859081" sldId="258"/>
            <ac:spMk id="36" creationId="{07328FD4-8F4F-45D0-B179-C09F34FF8E4F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8:44.515" v="170"/>
          <ac:spMkLst>
            <pc:docMk/>
            <pc:sldMk cId="3592859081" sldId="258"/>
            <ac:spMk id="37" creationId="{4D22A8B8-E29F-4EB2-95D4-3C24EF234786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8:44.515" v="170"/>
          <ac:spMkLst>
            <pc:docMk/>
            <pc:sldMk cId="3592859081" sldId="258"/>
            <ac:spMk id="38" creationId="{451EF9F5-BAA7-45A5-BD84-F3184FCED115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8:44.515" v="170"/>
          <ac:spMkLst>
            <pc:docMk/>
            <pc:sldMk cId="3592859081" sldId="258"/>
            <ac:spMk id="39" creationId="{782D0BB2-1C4E-7701-AE4A-5A7D206FB77C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9:13.858" v="174"/>
          <ac:spMkLst>
            <pc:docMk/>
            <pc:sldMk cId="3592859081" sldId="258"/>
            <ac:spMk id="41" creationId="{4E9EDDFA-8F05-462B-8D3E-5B9C4FBC735B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9:13.858" v="174"/>
          <ac:spMkLst>
            <pc:docMk/>
            <pc:sldMk cId="3592859081" sldId="258"/>
            <ac:spMk id="42" creationId="{143F9A23-3237-4ED6-A1E9-C0E6530E053B}"/>
          </ac:spMkLst>
        </pc:spChg>
        <pc:spChg chg="add del mod ord">
          <ac:chgData name="Robledo, Kayla" userId="S::kayla.robledo@cuanschutz.edu::6eb23104-6d90-4085-b81a-901d881bfb4e" providerId="AD" clId="Web-{A7CA2AE1-E782-CEC8-9A16-0F4AAE7E6921}" dt="2026-04-21T03:09:45.952" v="181"/>
          <ac:spMkLst>
            <pc:docMk/>
            <pc:sldMk cId="3592859081" sldId="258"/>
            <ac:spMk id="43" creationId="{94B551DB-A74B-1AD9-9936-8C0AA8FDA8D8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9:13.858" v="174"/>
          <ac:spMkLst>
            <pc:docMk/>
            <pc:sldMk cId="3592859081" sldId="258"/>
            <ac:spMk id="44" creationId="{C63CD46D-4335-4BA4-842A-BF835A99CB2C}"/>
          </ac:spMkLst>
        </pc:spChg>
        <pc:picChg chg="add del mod ord">
          <ac:chgData name="Robledo, Kayla" userId="S::kayla.robledo@cuanschutz.edu::6eb23104-6d90-4085-b81a-901d881bfb4e" providerId="AD" clId="Web-{A7CA2AE1-E782-CEC8-9A16-0F4AAE7E6921}" dt="2026-04-21T03:09:41.483" v="179"/>
          <ac:picMkLst>
            <pc:docMk/>
            <pc:sldMk cId="3592859081" sldId="258"/>
            <ac:picMk id="4" creationId="{C9EC0EE4-3272-23CF-96C8-09206E1C9761}"/>
          </ac:picMkLst>
        </pc:picChg>
      </pc:sldChg>
      <pc:sldChg chg="addSp delSp modSp new">
        <pc:chgData name="Robledo, Kayla" userId="S::kayla.robledo@cuanschutz.edu::6eb23104-6d90-4085-b81a-901d881bfb4e" providerId="AD" clId="Web-{A7CA2AE1-E782-CEC8-9A16-0F4AAE7E6921}" dt="2026-04-21T21:16:56.531" v="1735" actId="1076"/>
        <pc:sldMkLst>
          <pc:docMk/>
          <pc:sldMk cId="3270829822" sldId="259"/>
        </pc:sldMkLst>
        <pc:spChg chg="del">
          <ac:chgData name="Robledo, Kayla" userId="S::kayla.robledo@cuanschutz.edu::6eb23104-6d90-4085-b81a-901d881bfb4e" providerId="AD" clId="Web-{A7CA2AE1-E782-CEC8-9A16-0F4AAE7E6921}" dt="2026-04-21T03:15:51.873" v="273"/>
          <ac:spMkLst>
            <pc:docMk/>
            <pc:sldMk cId="3270829822" sldId="259"/>
            <ac:spMk id="2" creationId="{0773ACB4-9F1D-15C5-C2F2-CE1D911447A4}"/>
          </ac:spMkLst>
        </pc:spChg>
        <pc:spChg chg="del">
          <ac:chgData name="Robledo, Kayla" userId="S::kayla.robledo@cuanschutz.edu::6eb23104-6d90-4085-b81a-901d881bfb4e" providerId="AD" clId="Web-{A7CA2AE1-E782-CEC8-9A16-0F4AAE7E6921}" dt="2026-04-21T03:15:54.482" v="274"/>
          <ac:spMkLst>
            <pc:docMk/>
            <pc:sldMk cId="3270829822" sldId="259"/>
            <ac:spMk id="3" creationId="{7E333341-2ACA-FFC1-CD56-0287CDD21F46}"/>
          </ac:spMkLst>
        </pc:spChg>
        <pc:picChg chg="add mod">
          <ac:chgData name="Robledo, Kayla" userId="S::kayla.robledo@cuanschutz.edu::6eb23104-6d90-4085-b81a-901d881bfb4e" providerId="AD" clId="Web-{A7CA2AE1-E782-CEC8-9A16-0F4AAE7E6921}" dt="2026-04-21T21:16:56.531" v="1735" actId="1076"/>
          <ac:picMkLst>
            <pc:docMk/>
            <pc:sldMk cId="3270829822" sldId="259"/>
            <ac:picMk id="2" creationId="{B4D3EE32-C23D-BE28-58A0-7E0CA1C0116E}"/>
          </ac:picMkLst>
        </pc:picChg>
        <pc:picChg chg="add mod">
          <ac:chgData name="Robledo, Kayla" userId="S::kayla.robledo@cuanschutz.edu::6eb23104-6d90-4085-b81a-901d881bfb4e" providerId="AD" clId="Web-{A7CA2AE1-E782-CEC8-9A16-0F4AAE7E6921}" dt="2026-04-21T21:16:48.891" v="1734" actId="1076"/>
          <ac:picMkLst>
            <pc:docMk/>
            <pc:sldMk cId="3270829822" sldId="259"/>
            <ac:picMk id="3" creationId="{86EE98D1-15F5-CDBB-45C5-CC0CB0D8037A}"/>
          </ac:picMkLst>
        </pc:picChg>
        <pc:picChg chg="add del mod">
          <ac:chgData name="Robledo, Kayla" userId="S::kayla.robledo@cuanschutz.edu::6eb23104-6d90-4085-b81a-901d881bfb4e" providerId="AD" clId="Web-{A7CA2AE1-E782-CEC8-9A16-0F4AAE7E6921}" dt="2026-04-21T21:15:20.656" v="1715"/>
          <ac:picMkLst>
            <pc:docMk/>
            <pc:sldMk cId="3270829822" sldId="259"/>
            <ac:picMk id="4" creationId="{0D990F80-2604-E2AB-1911-888F99FA3523}"/>
          </ac:picMkLst>
        </pc:picChg>
        <pc:picChg chg="add del mod">
          <ac:chgData name="Robledo, Kayla" userId="S::kayla.robledo@cuanschutz.edu::6eb23104-6d90-4085-b81a-901d881bfb4e" providerId="AD" clId="Web-{A7CA2AE1-E782-CEC8-9A16-0F4AAE7E6921}" dt="2026-04-21T21:15:21.938" v="1716"/>
          <ac:picMkLst>
            <pc:docMk/>
            <pc:sldMk cId="3270829822" sldId="259"/>
            <ac:picMk id="5" creationId="{47676772-6C4E-5D01-9C4F-DCEA10E5D669}"/>
          </ac:picMkLst>
        </pc:picChg>
      </pc:sldChg>
      <pc:sldChg chg="modSp new del mod setBg modClrScheme chgLayout">
        <pc:chgData name="Robledo, Kayla" userId="S::kayla.robledo@cuanschutz.edu::6eb23104-6d90-4085-b81a-901d881bfb4e" providerId="AD" clId="Web-{A7CA2AE1-E782-CEC8-9A16-0F4AAE7E6921}" dt="2026-04-21T03:11:52.248" v="199"/>
        <pc:sldMkLst>
          <pc:docMk/>
          <pc:sldMk cId="4282081911" sldId="259"/>
        </pc:sldMkLst>
        <pc:spChg chg="mod ord">
          <ac:chgData name="Robledo, Kayla" userId="S::kayla.robledo@cuanschutz.edu::6eb23104-6d90-4085-b81a-901d881bfb4e" providerId="AD" clId="Web-{A7CA2AE1-E782-CEC8-9A16-0F4AAE7E6921}" dt="2026-04-21T03:11:28.389" v="194"/>
          <ac:spMkLst>
            <pc:docMk/>
            <pc:sldMk cId="4282081911" sldId="259"/>
            <ac:spMk id="2" creationId="{5E2A91FD-457C-82E0-1C85-3BB2C815706C}"/>
          </ac:spMkLst>
        </pc:spChg>
        <pc:spChg chg="mod ord">
          <ac:chgData name="Robledo, Kayla" userId="S::kayla.robledo@cuanschutz.edu::6eb23104-6d90-4085-b81a-901d881bfb4e" providerId="AD" clId="Web-{A7CA2AE1-E782-CEC8-9A16-0F4AAE7E6921}" dt="2026-04-21T03:11:28.389" v="194"/>
          <ac:spMkLst>
            <pc:docMk/>
            <pc:sldMk cId="4282081911" sldId="259"/>
            <ac:spMk id="3" creationId="{2E25F019-37D2-5F85-35B6-EE86823CD80E}"/>
          </ac:spMkLst>
        </pc:spChg>
      </pc:sldChg>
      <pc:sldChg chg="addSp delSp modSp new">
        <pc:chgData name="Robledo, Kayla" userId="S::kayla.robledo@cuanschutz.edu::6eb23104-6d90-4085-b81a-901d881bfb4e" providerId="AD" clId="Web-{A7CA2AE1-E782-CEC8-9A16-0F4AAE7E6921}" dt="2026-04-21T03:18:58.935" v="304" actId="1076"/>
        <pc:sldMkLst>
          <pc:docMk/>
          <pc:sldMk cId="109107563" sldId="260"/>
        </pc:sldMkLst>
        <pc:spChg chg="del">
          <ac:chgData name="Robledo, Kayla" userId="S::kayla.robledo@cuanschutz.edu::6eb23104-6d90-4085-b81a-901d881bfb4e" providerId="AD" clId="Web-{A7CA2AE1-E782-CEC8-9A16-0F4AAE7E6921}" dt="2026-04-21T03:18:03.732" v="292"/>
          <ac:spMkLst>
            <pc:docMk/>
            <pc:sldMk cId="109107563" sldId="260"/>
            <ac:spMk id="2" creationId="{A3613DE7-AFC2-E122-C6AC-FA0C9D07E480}"/>
          </ac:spMkLst>
        </pc:spChg>
        <pc:spChg chg="del">
          <ac:chgData name="Robledo, Kayla" userId="S::kayla.robledo@cuanschutz.edu::6eb23104-6d90-4085-b81a-901d881bfb4e" providerId="AD" clId="Web-{A7CA2AE1-E782-CEC8-9A16-0F4AAE7E6921}" dt="2026-04-21T03:17:44.732" v="286"/>
          <ac:spMkLst>
            <pc:docMk/>
            <pc:sldMk cId="109107563" sldId="260"/>
            <ac:spMk id="3" creationId="{4DBFA984-D528-C834-3E08-CA4850F0FCAB}"/>
          </ac:spMkLst>
        </pc:spChg>
        <pc:picChg chg="add mod ord">
          <ac:chgData name="Robledo, Kayla" userId="S::kayla.robledo@cuanschutz.edu::6eb23104-6d90-4085-b81a-901d881bfb4e" providerId="AD" clId="Web-{A7CA2AE1-E782-CEC8-9A16-0F4AAE7E6921}" dt="2026-04-21T03:18:44.810" v="302" actId="1076"/>
          <ac:picMkLst>
            <pc:docMk/>
            <pc:sldMk cId="109107563" sldId="260"/>
            <ac:picMk id="4" creationId="{3BDD1153-1BCB-E4E4-616D-54776E2C8F7E}"/>
          </ac:picMkLst>
        </pc:picChg>
        <pc:picChg chg="add mod">
          <ac:chgData name="Robledo, Kayla" userId="S::kayla.robledo@cuanschutz.edu::6eb23104-6d90-4085-b81a-901d881bfb4e" providerId="AD" clId="Web-{A7CA2AE1-E782-CEC8-9A16-0F4AAE7E6921}" dt="2026-04-21T03:18:58.935" v="304" actId="1076"/>
          <ac:picMkLst>
            <pc:docMk/>
            <pc:sldMk cId="109107563" sldId="260"/>
            <ac:picMk id="5" creationId="{1404B948-C407-5E51-56D6-D63050FA71BD}"/>
          </ac:picMkLst>
        </pc:picChg>
        <pc:picChg chg="add mod">
          <ac:chgData name="Robledo, Kayla" userId="S::kayla.robledo@cuanschutz.edu::6eb23104-6d90-4085-b81a-901d881bfb4e" providerId="AD" clId="Web-{A7CA2AE1-E782-CEC8-9A16-0F4AAE7E6921}" dt="2026-04-21T03:18:49.982" v="303" actId="1076"/>
          <ac:picMkLst>
            <pc:docMk/>
            <pc:sldMk cId="109107563" sldId="260"/>
            <ac:picMk id="6" creationId="{691FC052-DBD0-8A52-970D-DD0E087429BD}"/>
          </ac:picMkLst>
        </pc:picChg>
      </pc:sldChg>
      <pc:sldChg chg="addSp delSp modSp new del mod setBg modClrScheme setClrOvrMap delDesignElem chgLayout">
        <pc:chgData name="Robledo, Kayla" userId="S::kayla.robledo@cuanschutz.edu::6eb23104-6d90-4085-b81a-901d881bfb4e" providerId="AD" clId="Web-{A7CA2AE1-E782-CEC8-9A16-0F4AAE7E6921}" dt="2026-04-21T03:11:52.248" v="198"/>
        <pc:sldMkLst>
          <pc:docMk/>
          <pc:sldMk cId="1280075792" sldId="260"/>
        </pc:sldMkLst>
        <pc:spChg chg="del mod">
          <ac:chgData name="Robledo, Kayla" userId="S::kayla.robledo@cuanschutz.edu::6eb23104-6d90-4085-b81a-901d881bfb4e" providerId="AD" clId="Web-{A7CA2AE1-E782-CEC8-9A16-0F4AAE7E6921}" dt="2026-04-21T03:01:52.687" v="113"/>
          <ac:spMkLst>
            <pc:docMk/>
            <pc:sldMk cId="1280075792" sldId="260"/>
            <ac:spMk id="2" creationId="{BD7AA7A2-01C4-5191-7F61-F8A127CB46A8}"/>
          </ac:spMkLst>
        </pc:spChg>
        <pc:spChg chg="del">
          <ac:chgData name="Robledo, Kayla" userId="S::kayla.robledo@cuanschutz.edu::6eb23104-6d90-4085-b81a-901d881bfb4e" providerId="AD" clId="Web-{A7CA2AE1-E782-CEC8-9A16-0F4AAE7E6921}" dt="2026-04-21T03:00:44.437" v="108"/>
          <ac:spMkLst>
            <pc:docMk/>
            <pc:sldMk cId="1280075792" sldId="260"/>
            <ac:spMk id="3" creationId="{C45FE9A7-59E1-889A-BF59-74FC21AD643E}"/>
          </ac:spMkLst>
        </pc:spChg>
        <pc:spChg chg="add del mod">
          <ac:chgData name="Robledo, Kayla" userId="S::kayla.robledo@cuanschutz.edu::6eb23104-6d90-4085-b81a-901d881bfb4e" providerId="AD" clId="Web-{A7CA2AE1-E782-CEC8-9A16-0F4AAE7E6921}" dt="2026-04-21T03:01:57.734" v="114"/>
          <ac:spMkLst>
            <pc:docMk/>
            <pc:sldMk cId="1280075792" sldId="260"/>
            <ac:spMk id="7" creationId="{33A8B8EE-E8E7-DFFF-6EAD-3A36B576CE33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2:14.624" v="116"/>
          <ac:spMkLst>
            <pc:docMk/>
            <pc:sldMk cId="1280075792" sldId="260"/>
            <ac:spMk id="8" creationId="{01EA411D-6E28-4C57-A156-E765F96CA223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2:14.624" v="116"/>
          <ac:spMkLst>
            <pc:docMk/>
            <pc:sldMk cId="1280075792" sldId="260"/>
            <ac:spMk id="9" creationId="{8B73B696-5822-48EF-A402-323BFB21F977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1:46.749" v="112"/>
          <ac:spMkLst>
            <pc:docMk/>
            <pc:sldMk cId="1280075792" sldId="260"/>
            <ac:spMk id="10" creationId="{951587FE-7077-474D-A5C5-E43C79BFA508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2:14.624" v="116"/>
          <ac:spMkLst>
            <pc:docMk/>
            <pc:sldMk cId="1280075792" sldId="260"/>
            <ac:spMk id="11" creationId="{DA7B69C2-7C78-4AC6-A64C-8CF1E6B962DC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1:46.749" v="112"/>
          <ac:spMkLst>
            <pc:docMk/>
            <pc:sldMk cId="1280075792" sldId="260"/>
            <ac:spMk id="12" creationId="{9875B36C-2851-4BFD-B6B5-6F75C5D79953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2:14.624" v="116"/>
          <ac:spMkLst>
            <pc:docMk/>
            <pc:sldMk cId="1280075792" sldId="260"/>
            <ac:spMk id="13" creationId="{15E89B2A-A4B6-457B-89C9-AC02A0F9625A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1:46.749" v="112"/>
          <ac:spMkLst>
            <pc:docMk/>
            <pc:sldMk cId="1280075792" sldId="260"/>
            <ac:spMk id="14" creationId="{E37E3B0C-7DE7-43B8-B699-CC69906ACB0C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2:19.124" v="118"/>
          <ac:spMkLst>
            <pc:docMk/>
            <pc:sldMk cId="1280075792" sldId="260"/>
            <ac:spMk id="15" creationId="{EF35BF45-CCB5-4261-9CB3-98487052A860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1:46.749" v="112"/>
          <ac:spMkLst>
            <pc:docMk/>
            <pc:sldMk cId="1280075792" sldId="260"/>
            <ac:spMk id="16" creationId="{BAC6D1AF-9D88-46AF-892B-3824D07DE1EC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2:19.124" v="118"/>
          <ac:spMkLst>
            <pc:docMk/>
            <pc:sldMk cId="1280075792" sldId="260"/>
            <ac:spMk id="17" creationId="{E2849387-C445-42B4-A2CA-DC93CD2016BA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2:19.124" v="118"/>
          <ac:spMkLst>
            <pc:docMk/>
            <pc:sldMk cId="1280075792" sldId="260"/>
            <ac:spMk id="19" creationId="{31DA9422-6A3C-454D-A025-45D4DF4717FF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2:19.124" v="118"/>
          <ac:spMkLst>
            <pc:docMk/>
            <pc:sldMk cId="1280075792" sldId="260"/>
            <ac:spMk id="20" creationId="{2508E4D6-21A5-46E7-90E0-F65492BE245B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9:13.858" v="174"/>
          <ac:spMkLst>
            <pc:docMk/>
            <pc:sldMk cId="1280075792" sldId="260"/>
            <ac:spMk id="22" creationId="{01EA411D-6E28-4C57-A156-E765F96CA223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1:46.749" v="112"/>
          <ac:spMkLst>
            <pc:docMk/>
            <pc:sldMk cId="1280075792" sldId="260"/>
            <ac:spMk id="23" creationId="{EA4E4267-CAF0-4C38-8DC6-CD3B1A9F046E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1:46.749" v="112"/>
          <ac:spMkLst>
            <pc:docMk/>
            <pc:sldMk cId="1280075792" sldId="260"/>
            <ac:spMk id="25" creationId="{0EE3ACC5-126D-4BA4-8B45-7F0B5B839C51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1:46.749" v="112"/>
          <ac:spMkLst>
            <pc:docMk/>
            <pc:sldMk cId="1280075792" sldId="260"/>
            <ac:spMk id="27" creationId="{AB2868F7-FE10-4289-A5BD-90763C7A2F5A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1:46.749" v="112"/>
          <ac:spMkLst>
            <pc:docMk/>
            <pc:sldMk cId="1280075792" sldId="260"/>
            <ac:spMk id="29" creationId="{BD94142C-10EE-487C-A327-404FDF358F22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1:46.749" v="112"/>
          <ac:spMkLst>
            <pc:docMk/>
            <pc:sldMk cId="1280075792" sldId="260"/>
            <ac:spMk id="31" creationId="{5F7FAC2D-7A74-4939-A917-A1A5AF935685}"/>
          </ac:spMkLst>
        </pc:spChg>
        <pc:picChg chg="add mod ord">
          <ac:chgData name="Robledo, Kayla" userId="S::kayla.robledo@cuanschutz.edu::6eb23104-6d90-4085-b81a-901d881bfb4e" providerId="AD" clId="Web-{A7CA2AE1-E782-CEC8-9A16-0F4AAE7E6921}" dt="2026-04-21T03:03:18.499" v="128" actId="14100"/>
          <ac:picMkLst>
            <pc:docMk/>
            <pc:sldMk cId="1280075792" sldId="260"/>
            <ac:picMk id="4" creationId="{F4C245A7-EC72-878E-AD9C-9F049B2235AA}"/>
          </ac:picMkLst>
        </pc:picChg>
        <pc:picChg chg="add mod ord">
          <ac:chgData name="Robledo, Kayla" userId="S::kayla.robledo@cuanschutz.edu::6eb23104-6d90-4085-b81a-901d881bfb4e" providerId="AD" clId="Web-{A7CA2AE1-E782-CEC8-9A16-0F4AAE7E6921}" dt="2026-04-21T03:04:04.109" v="133" actId="1076"/>
          <ac:picMkLst>
            <pc:docMk/>
            <pc:sldMk cId="1280075792" sldId="260"/>
            <ac:picMk id="5" creationId="{AC88B47A-7727-6606-A384-67A0D9848AD1}"/>
          </ac:picMkLst>
        </pc:picChg>
      </pc:sldChg>
      <pc:sldChg chg="modSp new">
        <pc:chgData name="Robledo, Kayla" userId="S::kayla.robledo@cuanschutz.edu::6eb23104-6d90-4085-b81a-901d881bfb4e" providerId="AD" clId="Web-{A7CA2AE1-E782-CEC8-9A16-0F4AAE7E6921}" dt="2026-04-21T19:35:51.705" v="1682" actId="1076"/>
        <pc:sldMkLst>
          <pc:docMk/>
          <pc:sldMk cId="114623721" sldId="261"/>
        </pc:sldMkLst>
        <pc:spChg chg="mod">
          <ac:chgData name="Robledo, Kayla" userId="S::kayla.robledo@cuanschutz.edu::6eb23104-6d90-4085-b81a-901d881bfb4e" providerId="AD" clId="Web-{A7CA2AE1-E782-CEC8-9A16-0F4AAE7E6921}" dt="2026-04-21T19:30:46.583" v="1573" actId="1076"/>
          <ac:spMkLst>
            <pc:docMk/>
            <pc:sldMk cId="114623721" sldId="261"/>
            <ac:spMk id="2" creationId="{F58ED901-E617-7056-876C-5BA9A44D1E45}"/>
          </ac:spMkLst>
        </pc:spChg>
        <pc:spChg chg="mod">
          <ac:chgData name="Robledo, Kayla" userId="S::kayla.robledo@cuanschutz.edu::6eb23104-6d90-4085-b81a-901d881bfb4e" providerId="AD" clId="Web-{A7CA2AE1-E782-CEC8-9A16-0F4AAE7E6921}" dt="2026-04-21T19:35:51.705" v="1682" actId="1076"/>
          <ac:spMkLst>
            <pc:docMk/>
            <pc:sldMk cId="114623721" sldId="261"/>
            <ac:spMk id="3" creationId="{56C8ED08-7C22-EB1D-87CC-7656DBFFF661}"/>
          </ac:spMkLst>
        </pc:spChg>
      </pc:sldChg>
      <pc:sldChg chg="addSp delSp modSp new del mod setBg modClrScheme chgLayout">
        <pc:chgData name="Robledo, Kayla" userId="S::kayla.robledo@cuanschutz.edu::6eb23104-6d90-4085-b81a-901d881bfb4e" providerId="AD" clId="Web-{A7CA2AE1-E782-CEC8-9A16-0F4AAE7E6921}" dt="2026-04-21T03:11:52.248" v="197"/>
        <pc:sldMkLst>
          <pc:docMk/>
          <pc:sldMk cId="229227726" sldId="261"/>
        </pc:sldMkLst>
        <pc:spChg chg="del mod">
          <ac:chgData name="Robledo, Kayla" userId="S::kayla.robledo@cuanschutz.edu::6eb23104-6d90-4085-b81a-901d881bfb4e" providerId="AD" clId="Web-{A7CA2AE1-E782-CEC8-9A16-0F4AAE7E6921}" dt="2026-04-21T03:05:28.531" v="138"/>
          <ac:spMkLst>
            <pc:docMk/>
            <pc:sldMk cId="229227726" sldId="261"/>
            <ac:spMk id="2" creationId="{9C83E27F-C112-3634-E999-363B4AF85113}"/>
          </ac:spMkLst>
        </pc:spChg>
        <pc:spChg chg="del">
          <ac:chgData name="Robledo, Kayla" userId="S::kayla.robledo@cuanschutz.edu::6eb23104-6d90-4085-b81a-901d881bfb4e" providerId="AD" clId="Web-{A7CA2AE1-E782-CEC8-9A16-0F4AAE7E6921}" dt="2026-04-21T03:04:33.249" v="134"/>
          <ac:spMkLst>
            <pc:docMk/>
            <pc:sldMk cId="229227726" sldId="261"/>
            <ac:spMk id="3" creationId="{98AD772E-D35B-3235-91DC-A68057A83042}"/>
          </ac:spMkLst>
        </pc:spChg>
        <pc:spChg chg="add del mod">
          <ac:chgData name="Robledo, Kayla" userId="S::kayla.robledo@cuanschutz.edu::6eb23104-6d90-4085-b81a-901d881bfb4e" providerId="AD" clId="Web-{A7CA2AE1-E782-CEC8-9A16-0F4AAE7E6921}" dt="2026-04-21T03:06:07.077" v="145"/>
          <ac:spMkLst>
            <pc:docMk/>
            <pc:sldMk cId="229227726" sldId="261"/>
            <ac:spMk id="8" creationId="{FCB6DDB9-29B9-83A2-F665-163F60ED96B3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5:43.374" v="140"/>
          <ac:spMkLst>
            <pc:docMk/>
            <pc:sldMk cId="229227726" sldId="261"/>
            <ac:spMk id="13" creationId="{F14312D2-A1C7-4654-BE23-EA884C63564D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5:43.374" v="140"/>
          <ac:spMkLst>
            <pc:docMk/>
            <pc:sldMk cId="229227726" sldId="261"/>
            <ac:spMk id="15" creationId="{5A3C3707-99BF-4B07-A246-807EA9562144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5:43.374" v="140"/>
          <ac:spMkLst>
            <pc:docMk/>
            <pc:sldMk cId="229227726" sldId="261"/>
            <ac:spMk id="17" creationId="{632B3634-35FF-41DA-A0FB-DA693AA33035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5:43.374" v="140"/>
          <ac:spMkLst>
            <pc:docMk/>
            <pc:sldMk cId="229227726" sldId="261"/>
            <ac:spMk id="19" creationId="{72525744-6A60-4AA0-AFF7-98449BAFF91F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5:43.374" v="140"/>
          <ac:spMkLst>
            <pc:docMk/>
            <pc:sldMk cId="229227726" sldId="261"/>
            <ac:spMk id="26" creationId="{A4E43BE3-C982-4A50-BEE2-BAE316CBBD60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5:43.374" v="140"/>
          <ac:spMkLst>
            <pc:docMk/>
            <pc:sldMk cId="229227726" sldId="261"/>
            <ac:spMk id="28" creationId="{59229BD9-E789-4081-8AED-22CBF6E3BF27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5:43.374" v="140"/>
          <ac:spMkLst>
            <pc:docMk/>
            <pc:sldMk cId="229227726" sldId="261"/>
            <ac:spMk id="30" creationId="{8BF9ECA0-6D79-46B8-A04C-7ED9785C0264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5:43.374" v="140"/>
          <ac:spMkLst>
            <pc:docMk/>
            <pc:sldMk cId="229227726" sldId="261"/>
            <ac:spMk id="32" creationId="{DF9BF4A7-94EA-4A72-9A70-4707AD1CC865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5:43.374" v="140"/>
          <ac:spMkLst>
            <pc:docMk/>
            <pc:sldMk cId="229227726" sldId="261"/>
            <ac:spMk id="34" creationId="{B12ABE4C-00E4-4C51-9A75-0507731AB02C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5:43.374" v="140"/>
          <ac:spMkLst>
            <pc:docMk/>
            <pc:sldMk cId="229227726" sldId="261"/>
            <ac:spMk id="36" creationId="{A1863478-5A4B-4497-8373-3B0FE29CDD3D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5:51.702" v="142"/>
          <ac:spMkLst>
            <pc:docMk/>
            <pc:sldMk cId="229227726" sldId="261"/>
            <ac:spMk id="41" creationId="{CBBB3833-DFD9-4331-BEF6-62520EBA2757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5:51.702" v="142"/>
          <ac:spMkLst>
            <pc:docMk/>
            <pc:sldMk cId="229227726" sldId="261"/>
            <ac:spMk id="43" creationId="{8CE55AC5-96DB-473B-A1A7-25D976A80843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5:51.702" v="142"/>
          <ac:spMkLst>
            <pc:docMk/>
            <pc:sldMk cId="229227726" sldId="261"/>
            <ac:spMk id="44" creationId="{8EDA8C15-150D-46F1-B339-D559AAC9E3B0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5:51.702" v="142"/>
          <ac:spMkLst>
            <pc:docMk/>
            <pc:sldMk cId="229227726" sldId="261"/>
            <ac:spMk id="46" creationId="{8181C477-311D-4E9C-B8B3-96179F15F814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5:51.702" v="142"/>
          <ac:spMkLst>
            <pc:docMk/>
            <pc:sldMk cId="229227726" sldId="261"/>
            <ac:spMk id="47" creationId="{24A263AA-3EB4-4C6A-8B96-B3330D94E024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5:51.702" v="142"/>
          <ac:spMkLst>
            <pc:docMk/>
            <pc:sldMk cId="229227726" sldId="261"/>
            <ac:spMk id="48" creationId="{D58CB79F-D456-48A0-A0AD-955B21C31BB4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5:51.702" v="142"/>
          <ac:spMkLst>
            <pc:docMk/>
            <pc:sldMk cId="229227726" sldId="261"/>
            <ac:spMk id="49" creationId="{E81B3F29-ED09-41DF-9B9C-1C3445869F85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5:51.702" v="142"/>
          <ac:spMkLst>
            <pc:docMk/>
            <pc:sldMk cId="229227726" sldId="261"/>
            <ac:spMk id="50" creationId="{5EF0FE68-24E2-420A-912A-3856757D52C1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5:51.702" v="142"/>
          <ac:spMkLst>
            <pc:docMk/>
            <pc:sldMk cId="229227726" sldId="261"/>
            <ac:spMk id="51" creationId="{4FA28DC3-EAC1-4BFD-B040-BB3F1FB11396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6:00.890" v="144"/>
          <ac:spMkLst>
            <pc:docMk/>
            <pc:sldMk cId="229227726" sldId="261"/>
            <ac:spMk id="53" creationId="{F14312D2-A1C7-4654-BE23-EA884C63564D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6:00.890" v="144"/>
          <ac:spMkLst>
            <pc:docMk/>
            <pc:sldMk cId="229227726" sldId="261"/>
            <ac:spMk id="54" creationId="{5A3C3707-99BF-4B07-A246-807EA9562144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6:00.890" v="144"/>
          <ac:spMkLst>
            <pc:docMk/>
            <pc:sldMk cId="229227726" sldId="261"/>
            <ac:spMk id="55" creationId="{632B3634-35FF-41DA-A0FB-DA693AA33035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6:00.890" v="144"/>
          <ac:spMkLst>
            <pc:docMk/>
            <pc:sldMk cId="229227726" sldId="261"/>
            <ac:spMk id="59" creationId="{11076E66-A744-458C-BCB4-CEB93C3D95DE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6:00.890" v="144"/>
          <ac:spMkLst>
            <pc:docMk/>
            <pc:sldMk cId="229227726" sldId="261"/>
            <ac:spMk id="61" creationId="{18E799B4-3E02-467C-9C88-AB634FD957DE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6:00.890" v="144"/>
          <ac:spMkLst>
            <pc:docMk/>
            <pc:sldMk cId="229227726" sldId="261"/>
            <ac:spMk id="62" creationId="{BCE7667C-B657-4283-AF6A-5AE481279B99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6:00.890" v="144"/>
          <ac:spMkLst>
            <pc:docMk/>
            <pc:sldMk cId="229227726" sldId="261"/>
            <ac:spMk id="63" creationId="{0CA30F1D-7916-4CF9-A431-8F6D0D7D9D29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6:00.890" v="144"/>
          <ac:spMkLst>
            <pc:docMk/>
            <pc:sldMk cId="229227726" sldId="261"/>
            <ac:spMk id="64" creationId="{414F2BF3-60DC-47DC-8A2F-5D2171DE540F}"/>
          </ac:spMkLst>
        </pc:spChg>
        <pc:spChg chg="add del">
          <ac:chgData name="Robledo, Kayla" userId="S::kayla.robledo@cuanschutz.edu::6eb23104-6d90-4085-b81a-901d881bfb4e" providerId="AD" clId="Web-{A7CA2AE1-E782-CEC8-9A16-0F4AAE7E6921}" dt="2026-04-21T03:06:00.890" v="144"/>
          <ac:spMkLst>
            <pc:docMk/>
            <pc:sldMk cId="229227726" sldId="261"/>
            <ac:spMk id="65" creationId="{A056CECE-7514-44BB-9F5A-5717D6F70AA3}"/>
          </ac:spMkLst>
        </pc:spChg>
        <pc:picChg chg="add mod">
          <ac:chgData name="Robledo, Kayla" userId="S::kayla.robledo@cuanschutz.edu::6eb23104-6d90-4085-b81a-901d881bfb4e" providerId="AD" clId="Web-{A7CA2AE1-E782-CEC8-9A16-0F4AAE7E6921}" dt="2026-04-21T03:06:36.015" v="152" actId="1076"/>
          <ac:picMkLst>
            <pc:docMk/>
            <pc:sldMk cId="229227726" sldId="261"/>
            <ac:picMk id="4" creationId="{65950474-B142-2C09-20FB-91A5C2137954}"/>
          </ac:picMkLst>
        </pc:picChg>
        <pc:picChg chg="add mod">
          <ac:chgData name="Robledo, Kayla" userId="S::kayla.robledo@cuanschutz.edu::6eb23104-6d90-4085-b81a-901d881bfb4e" providerId="AD" clId="Web-{A7CA2AE1-E782-CEC8-9A16-0F4AAE7E6921}" dt="2026-04-21T03:06:42.171" v="154" actId="1076"/>
          <ac:picMkLst>
            <pc:docMk/>
            <pc:sldMk cId="229227726" sldId="261"/>
            <ac:picMk id="5" creationId="{E8A9F790-E8E6-147D-45D7-3C654D850F3C}"/>
          </ac:picMkLst>
        </pc:picChg>
        <pc:picChg chg="add mod">
          <ac:chgData name="Robledo, Kayla" userId="S::kayla.robledo@cuanschutz.edu::6eb23104-6d90-4085-b81a-901d881bfb4e" providerId="AD" clId="Web-{A7CA2AE1-E782-CEC8-9A16-0F4AAE7E6921}" dt="2026-04-21T03:07:19.062" v="158" actId="14100"/>
          <ac:picMkLst>
            <pc:docMk/>
            <pc:sldMk cId="229227726" sldId="261"/>
            <ac:picMk id="6" creationId="{74252BDA-A261-FF47-0EEF-430D820A0132}"/>
          </ac:picMkLst>
        </pc:picChg>
      </pc:sldChg>
      <pc:sldChg chg="modSp new del mod setBg modClrScheme chgLayout">
        <pc:chgData name="Robledo, Kayla" userId="S::kayla.robledo@cuanschutz.edu::6eb23104-6d90-4085-b81a-901d881bfb4e" providerId="AD" clId="Web-{A7CA2AE1-E782-CEC8-9A16-0F4AAE7E6921}" dt="2026-04-21T03:11:52.248" v="196"/>
        <pc:sldMkLst>
          <pc:docMk/>
          <pc:sldMk cId="656098732" sldId="262"/>
        </pc:sldMkLst>
        <pc:spChg chg="mod ord">
          <ac:chgData name="Robledo, Kayla" userId="S::kayla.robledo@cuanschutz.edu::6eb23104-6d90-4085-b81a-901d881bfb4e" providerId="AD" clId="Web-{A7CA2AE1-E782-CEC8-9A16-0F4AAE7E6921}" dt="2026-04-21T03:11:28.389" v="194"/>
          <ac:spMkLst>
            <pc:docMk/>
            <pc:sldMk cId="656098732" sldId="262"/>
            <ac:spMk id="2" creationId="{4789EA73-24EE-92F9-E412-ED71F5164C9C}"/>
          </ac:spMkLst>
        </pc:spChg>
        <pc:spChg chg="mod ord">
          <ac:chgData name="Robledo, Kayla" userId="S::kayla.robledo@cuanschutz.edu::6eb23104-6d90-4085-b81a-901d881bfb4e" providerId="AD" clId="Web-{A7CA2AE1-E782-CEC8-9A16-0F4AAE7E6921}" dt="2026-04-21T03:11:28.389" v="194"/>
          <ac:spMkLst>
            <pc:docMk/>
            <pc:sldMk cId="656098732" sldId="262"/>
            <ac:spMk id="3" creationId="{2FD47C1B-5B03-CC07-1B15-E9CD63443DEE}"/>
          </ac:spMkLst>
        </pc:spChg>
      </pc:sldChg>
      <pc:sldChg chg="delSp modSp new">
        <pc:chgData name="Robledo, Kayla" userId="S::kayla.robledo@cuanschutz.edu::6eb23104-6d90-4085-b81a-901d881bfb4e" providerId="AD" clId="Web-{A7CA2AE1-E782-CEC8-9A16-0F4AAE7E6921}" dt="2026-04-21T03:19:53.685" v="318" actId="1076"/>
        <pc:sldMkLst>
          <pc:docMk/>
          <pc:sldMk cId="747725732" sldId="262"/>
        </pc:sldMkLst>
        <pc:spChg chg="mod">
          <ac:chgData name="Robledo, Kayla" userId="S::kayla.robledo@cuanschutz.edu::6eb23104-6d90-4085-b81a-901d881bfb4e" providerId="AD" clId="Web-{A7CA2AE1-E782-CEC8-9A16-0F4AAE7E6921}" dt="2026-04-21T03:19:53.685" v="318" actId="1076"/>
          <ac:spMkLst>
            <pc:docMk/>
            <pc:sldMk cId="747725732" sldId="262"/>
            <ac:spMk id="2" creationId="{D0484B13-93B5-3764-AD73-0E2610EB933F}"/>
          </ac:spMkLst>
        </pc:spChg>
        <pc:spChg chg="del">
          <ac:chgData name="Robledo, Kayla" userId="S::kayla.robledo@cuanschutz.edu::6eb23104-6d90-4085-b81a-901d881bfb4e" providerId="AD" clId="Web-{A7CA2AE1-E782-CEC8-9A16-0F4AAE7E6921}" dt="2026-04-21T03:19:41.451" v="316"/>
          <ac:spMkLst>
            <pc:docMk/>
            <pc:sldMk cId="747725732" sldId="262"/>
            <ac:spMk id="3" creationId="{06C56104-AADD-5D24-01C8-B38CD88938F5}"/>
          </ac:spMkLst>
        </pc:spChg>
      </pc:sldChg>
      <pc:sldChg chg="modSp new">
        <pc:chgData name="Robledo, Kayla" userId="S::kayla.robledo@cuanschutz.edu::6eb23104-6d90-4085-b81a-901d881bfb4e" providerId="AD" clId="Web-{A7CA2AE1-E782-CEC8-9A16-0F4AAE7E6921}" dt="2026-04-21T21:15:12.063" v="1714" actId="20577"/>
        <pc:sldMkLst>
          <pc:docMk/>
          <pc:sldMk cId="1047344277" sldId="263"/>
        </pc:sldMkLst>
        <pc:spChg chg="mod">
          <ac:chgData name="Robledo, Kayla" userId="S::kayla.robledo@cuanschutz.edu::6eb23104-6d90-4085-b81a-901d881bfb4e" providerId="AD" clId="Web-{A7CA2AE1-E782-CEC8-9A16-0F4AAE7E6921}" dt="2026-04-21T19:28:24.710" v="1485" actId="1076"/>
          <ac:spMkLst>
            <pc:docMk/>
            <pc:sldMk cId="1047344277" sldId="263"/>
            <ac:spMk id="2" creationId="{08500A4E-4358-8D87-0665-6D8EB089289B}"/>
          </ac:spMkLst>
        </pc:spChg>
        <pc:spChg chg="mod">
          <ac:chgData name="Robledo, Kayla" userId="S::kayla.robledo@cuanschutz.edu::6eb23104-6d90-4085-b81a-901d881bfb4e" providerId="AD" clId="Web-{A7CA2AE1-E782-CEC8-9A16-0F4AAE7E6921}" dt="2026-04-21T21:15:12.063" v="1714" actId="20577"/>
          <ac:spMkLst>
            <pc:docMk/>
            <pc:sldMk cId="1047344277" sldId="263"/>
            <ac:spMk id="3" creationId="{D6EBD690-787C-5013-35C8-AD6C9D793708}"/>
          </ac:spMkLst>
        </pc:spChg>
      </pc:sldChg>
      <pc:sldChg chg="new del">
        <pc:chgData name="Robledo, Kayla" userId="S::kayla.robledo@cuanschutz.edu::6eb23104-6d90-4085-b81a-901d881bfb4e" providerId="AD" clId="Web-{A7CA2AE1-E782-CEC8-9A16-0F4AAE7E6921}" dt="2026-04-21T02:59:22.437" v="92"/>
        <pc:sldMkLst>
          <pc:docMk/>
          <pc:sldMk cId="1063632566" sldId="263"/>
        </pc:sldMkLst>
      </pc:sldChg>
      <pc:sldChg chg="addSp delSp modSp new del mod setBg modClrScheme chgLayout">
        <pc:chgData name="Robledo, Kayla" userId="S::kayla.robledo@cuanschutz.edu::6eb23104-6d90-4085-b81a-901d881bfb4e" providerId="AD" clId="Web-{A7CA2AE1-E782-CEC8-9A16-0F4AAE7E6921}" dt="2026-04-21T03:11:52.248" v="195"/>
        <pc:sldMkLst>
          <pc:docMk/>
          <pc:sldMk cId="3313494090" sldId="264"/>
        </pc:sldMkLst>
        <pc:spChg chg="mod ord">
          <ac:chgData name="Robledo, Kayla" userId="S::kayla.robledo@cuanschutz.edu::6eb23104-6d90-4085-b81a-901d881bfb4e" providerId="AD" clId="Web-{A7CA2AE1-E782-CEC8-9A16-0F4AAE7E6921}" dt="2026-04-21T03:11:28.389" v="194"/>
          <ac:spMkLst>
            <pc:docMk/>
            <pc:sldMk cId="3313494090" sldId="264"/>
            <ac:spMk id="2" creationId="{8A348CD2-DD58-2C09-BAED-31161C335642}"/>
          </ac:spMkLst>
        </pc:spChg>
        <pc:spChg chg="del">
          <ac:chgData name="Robledo, Kayla" userId="S::kayla.robledo@cuanschutz.edu::6eb23104-6d90-4085-b81a-901d881bfb4e" providerId="AD" clId="Web-{A7CA2AE1-E782-CEC8-9A16-0F4AAE7E6921}" dt="2026-04-21T02:59:28.703" v="97"/>
          <ac:spMkLst>
            <pc:docMk/>
            <pc:sldMk cId="3313494090" sldId="264"/>
            <ac:spMk id="3" creationId="{05E3B2C9-9E60-37B7-C0BF-59EE99D266E9}"/>
          </ac:spMkLst>
        </pc:spChg>
        <pc:spChg chg="add mod ord">
          <ac:chgData name="Robledo, Kayla" userId="S::kayla.robledo@cuanschutz.edu::6eb23104-6d90-4085-b81a-901d881bfb4e" providerId="AD" clId="Web-{A7CA2AE1-E782-CEC8-9A16-0F4AAE7E6921}" dt="2026-04-21T03:11:28.389" v="194"/>
          <ac:spMkLst>
            <pc:docMk/>
            <pc:sldMk cId="3313494090" sldId="264"/>
            <ac:spMk id="4" creationId="{4672D812-BBBE-7593-9173-D4864375BE88}"/>
          </ac:spMkLst>
        </pc:spChg>
      </pc:sldChg>
      <pc:sldMasterChg chg="del delSldLayout">
        <pc:chgData name="Robledo, Kayla" userId="S::kayla.robledo@cuanschutz.edu::6eb23104-6d90-4085-b81a-901d881bfb4e" providerId="AD" clId="Web-{A7CA2AE1-E782-CEC8-9A16-0F4AAE7E6921}" dt="2026-04-21T02:53:49.719" v="0"/>
        <pc:sldMasterMkLst>
          <pc:docMk/>
          <pc:sldMasterMk cId="2460954070" sldId="2147483660"/>
        </pc:sldMasterMkLst>
        <pc:sldLayoutChg chg="del">
          <pc:chgData name="Robledo, Kayla" userId="S::kayla.robledo@cuanschutz.edu::6eb23104-6d90-4085-b81a-901d881bfb4e" providerId="AD" clId="Web-{A7CA2AE1-E782-CEC8-9A16-0F4AAE7E6921}" dt="2026-04-21T02:53:49.719" v="0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Robledo, Kayla" userId="S::kayla.robledo@cuanschutz.edu::6eb23104-6d90-4085-b81a-901d881bfb4e" providerId="AD" clId="Web-{A7CA2AE1-E782-CEC8-9A16-0F4AAE7E6921}" dt="2026-04-21T02:53:49.719" v="0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Robledo, Kayla" userId="S::kayla.robledo@cuanschutz.edu::6eb23104-6d90-4085-b81a-901d881bfb4e" providerId="AD" clId="Web-{A7CA2AE1-E782-CEC8-9A16-0F4AAE7E6921}" dt="2026-04-21T02:53:49.719" v="0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Robledo, Kayla" userId="S::kayla.robledo@cuanschutz.edu::6eb23104-6d90-4085-b81a-901d881bfb4e" providerId="AD" clId="Web-{A7CA2AE1-E782-CEC8-9A16-0F4AAE7E6921}" dt="2026-04-21T02:53:49.719" v="0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Robledo, Kayla" userId="S::kayla.robledo@cuanschutz.edu::6eb23104-6d90-4085-b81a-901d881bfb4e" providerId="AD" clId="Web-{A7CA2AE1-E782-CEC8-9A16-0F4AAE7E6921}" dt="2026-04-21T02:53:49.719" v="0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Robledo, Kayla" userId="S::kayla.robledo@cuanschutz.edu::6eb23104-6d90-4085-b81a-901d881bfb4e" providerId="AD" clId="Web-{A7CA2AE1-E782-CEC8-9A16-0F4AAE7E6921}" dt="2026-04-21T02:53:49.719" v="0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Robledo, Kayla" userId="S::kayla.robledo@cuanschutz.edu::6eb23104-6d90-4085-b81a-901d881bfb4e" providerId="AD" clId="Web-{A7CA2AE1-E782-CEC8-9A16-0F4AAE7E6921}" dt="2026-04-21T02:53:49.719" v="0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Robledo, Kayla" userId="S::kayla.robledo@cuanschutz.edu::6eb23104-6d90-4085-b81a-901d881bfb4e" providerId="AD" clId="Web-{A7CA2AE1-E782-CEC8-9A16-0F4AAE7E6921}" dt="2026-04-21T02:53:49.719" v="0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Robledo, Kayla" userId="S::kayla.robledo@cuanschutz.edu::6eb23104-6d90-4085-b81a-901d881bfb4e" providerId="AD" clId="Web-{A7CA2AE1-E782-CEC8-9A16-0F4AAE7E6921}" dt="2026-04-21T02:53:49.719" v="0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Robledo, Kayla" userId="S::kayla.robledo@cuanschutz.edu::6eb23104-6d90-4085-b81a-901d881bfb4e" providerId="AD" clId="Web-{A7CA2AE1-E782-CEC8-9A16-0F4AAE7E6921}" dt="2026-04-21T02:53:49.719" v="0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Robledo, Kayla" userId="S::kayla.robledo@cuanschutz.edu::6eb23104-6d90-4085-b81a-901d881bfb4e" providerId="AD" clId="Web-{A7CA2AE1-E782-CEC8-9A16-0F4AAE7E6921}" dt="2026-04-21T02:53:49.719" v="0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Robledo, Kayla" userId="S::kayla.robledo@cuanschutz.edu::6eb23104-6d90-4085-b81a-901d881bfb4e" providerId="AD" clId="Web-{A7CA2AE1-E782-CEC8-9A16-0F4AAE7E6921}" dt="2026-04-21T02:53:54.438" v="1"/>
        <pc:sldMasterMkLst>
          <pc:docMk/>
          <pc:sldMasterMk cId="117455214" sldId="2147483672"/>
        </pc:sldMasterMkLst>
        <pc:sldLayoutChg chg="add del mod replId">
          <pc:chgData name="Robledo, Kayla" userId="S::kayla.robledo@cuanschutz.edu::6eb23104-6d90-4085-b81a-901d881bfb4e" providerId="AD" clId="Web-{A7CA2AE1-E782-CEC8-9A16-0F4AAE7E6921}" dt="2026-04-21T02:53:54.438" v="1"/>
          <pc:sldLayoutMkLst>
            <pc:docMk/>
            <pc:sldMasterMk cId="117455214" sldId="2147483672"/>
            <pc:sldLayoutMk cId="3731299492" sldId="2147483673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3:54.438" v="1"/>
          <pc:sldLayoutMkLst>
            <pc:docMk/>
            <pc:sldMasterMk cId="117455214" sldId="2147483672"/>
            <pc:sldLayoutMk cId="3854440986" sldId="2147483674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3:54.438" v="1"/>
          <pc:sldLayoutMkLst>
            <pc:docMk/>
            <pc:sldMasterMk cId="117455214" sldId="2147483672"/>
            <pc:sldLayoutMk cId="888575260" sldId="2147483675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3:54.438" v="1"/>
          <pc:sldLayoutMkLst>
            <pc:docMk/>
            <pc:sldMasterMk cId="117455214" sldId="2147483672"/>
            <pc:sldLayoutMk cId="1821342670" sldId="2147483676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3:54.438" v="1"/>
          <pc:sldLayoutMkLst>
            <pc:docMk/>
            <pc:sldMasterMk cId="117455214" sldId="2147483672"/>
            <pc:sldLayoutMk cId="92370184" sldId="2147483677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3:54.438" v="1"/>
          <pc:sldLayoutMkLst>
            <pc:docMk/>
            <pc:sldMasterMk cId="117455214" sldId="2147483672"/>
            <pc:sldLayoutMk cId="3519855217" sldId="2147483678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3:54.438" v="1"/>
          <pc:sldLayoutMkLst>
            <pc:docMk/>
            <pc:sldMasterMk cId="117455214" sldId="2147483672"/>
            <pc:sldLayoutMk cId="2923531030" sldId="2147483679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3:54.438" v="1"/>
          <pc:sldLayoutMkLst>
            <pc:docMk/>
            <pc:sldMasterMk cId="117455214" sldId="2147483672"/>
            <pc:sldLayoutMk cId="1189929864" sldId="2147483680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3:54.438" v="1"/>
          <pc:sldLayoutMkLst>
            <pc:docMk/>
            <pc:sldMasterMk cId="117455214" sldId="2147483672"/>
            <pc:sldLayoutMk cId="357371492" sldId="2147483681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3:54.438" v="1"/>
          <pc:sldLayoutMkLst>
            <pc:docMk/>
            <pc:sldMasterMk cId="117455214" sldId="2147483672"/>
            <pc:sldLayoutMk cId="494866782" sldId="2147483682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3:54.438" v="1"/>
          <pc:sldLayoutMkLst>
            <pc:docMk/>
            <pc:sldMasterMk cId="117455214" sldId="2147483672"/>
            <pc:sldLayoutMk cId="1096677834" sldId="2147483683"/>
          </pc:sldLayoutMkLst>
        </pc:sldLayoutChg>
      </pc:sldMasterChg>
      <pc:sldMasterChg chg="add del addSldLayout delSldLayout modSldLayout">
        <pc:chgData name="Robledo, Kayla" userId="S::kayla.robledo@cuanschutz.edu::6eb23104-6d90-4085-b81a-901d881bfb4e" providerId="AD" clId="Web-{A7CA2AE1-E782-CEC8-9A16-0F4AAE7E6921}" dt="2026-04-21T02:53:57.985" v="2"/>
        <pc:sldMasterMkLst>
          <pc:docMk/>
          <pc:sldMasterMk cId="1035200678" sldId="2147483684"/>
        </pc:sldMasterMkLst>
        <pc:sldLayoutChg chg="add del mod replId">
          <pc:chgData name="Robledo, Kayla" userId="S::kayla.robledo@cuanschutz.edu::6eb23104-6d90-4085-b81a-901d881bfb4e" providerId="AD" clId="Web-{A7CA2AE1-E782-CEC8-9A16-0F4AAE7E6921}" dt="2026-04-21T02:53:57.985" v="2"/>
          <pc:sldLayoutMkLst>
            <pc:docMk/>
            <pc:sldMasterMk cId="1035200678" sldId="2147483684"/>
            <pc:sldLayoutMk cId="3869115850" sldId="2147483685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3:57.985" v="2"/>
          <pc:sldLayoutMkLst>
            <pc:docMk/>
            <pc:sldMasterMk cId="1035200678" sldId="2147483684"/>
            <pc:sldLayoutMk cId="4182756442" sldId="2147483686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3:57.985" v="2"/>
          <pc:sldLayoutMkLst>
            <pc:docMk/>
            <pc:sldMasterMk cId="1035200678" sldId="2147483684"/>
            <pc:sldLayoutMk cId="2522166678" sldId="2147483687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3:57.985" v="2"/>
          <pc:sldLayoutMkLst>
            <pc:docMk/>
            <pc:sldMasterMk cId="1035200678" sldId="2147483684"/>
            <pc:sldLayoutMk cId="929499858" sldId="2147483688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3:57.985" v="2"/>
          <pc:sldLayoutMkLst>
            <pc:docMk/>
            <pc:sldMasterMk cId="1035200678" sldId="2147483684"/>
            <pc:sldLayoutMk cId="2099085647" sldId="2147483689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3:57.985" v="2"/>
          <pc:sldLayoutMkLst>
            <pc:docMk/>
            <pc:sldMasterMk cId="1035200678" sldId="2147483684"/>
            <pc:sldLayoutMk cId="2499587387" sldId="2147483690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3:57.985" v="2"/>
          <pc:sldLayoutMkLst>
            <pc:docMk/>
            <pc:sldMasterMk cId="1035200678" sldId="2147483684"/>
            <pc:sldLayoutMk cId="2167046518" sldId="2147483691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3:57.985" v="2"/>
          <pc:sldLayoutMkLst>
            <pc:docMk/>
            <pc:sldMasterMk cId="1035200678" sldId="2147483684"/>
            <pc:sldLayoutMk cId="837551901" sldId="2147483692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3:57.985" v="2"/>
          <pc:sldLayoutMkLst>
            <pc:docMk/>
            <pc:sldMasterMk cId="1035200678" sldId="2147483684"/>
            <pc:sldLayoutMk cId="4181933307" sldId="2147483693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3:57.985" v="2"/>
          <pc:sldLayoutMkLst>
            <pc:docMk/>
            <pc:sldMasterMk cId="1035200678" sldId="2147483684"/>
            <pc:sldLayoutMk cId="2280165198" sldId="2147483694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3:57.985" v="2"/>
          <pc:sldLayoutMkLst>
            <pc:docMk/>
            <pc:sldMasterMk cId="1035200678" sldId="2147483684"/>
            <pc:sldLayoutMk cId="1681996457" sldId="2147483695"/>
          </pc:sldLayoutMkLst>
        </pc:sldLayoutChg>
      </pc:sldMasterChg>
      <pc:sldMasterChg chg="add del addSldLayout delSldLayout modSldLayout">
        <pc:chgData name="Robledo, Kayla" userId="S::kayla.robledo@cuanschutz.edu::6eb23104-6d90-4085-b81a-901d881bfb4e" providerId="AD" clId="Web-{A7CA2AE1-E782-CEC8-9A16-0F4AAE7E6921}" dt="2026-04-21T02:54:40.703" v="19"/>
        <pc:sldMasterMkLst>
          <pc:docMk/>
          <pc:sldMasterMk cId="1860234323" sldId="2147483696"/>
        </pc:sldMasterMkLst>
        <pc:sldLayoutChg chg="add del mod replId">
          <pc:chgData name="Robledo, Kayla" userId="S::kayla.robledo@cuanschutz.edu::6eb23104-6d90-4085-b81a-901d881bfb4e" providerId="AD" clId="Web-{A7CA2AE1-E782-CEC8-9A16-0F4AAE7E6921}" dt="2026-04-21T02:54:40.703" v="19"/>
          <pc:sldLayoutMkLst>
            <pc:docMk/>
            <pc:sldMasterMk cId="1860234323" sldId="2147483696"/>
            <pc:sldLayoutMk cId="426217298" sldId="2147483697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4:40.703" v="19"/>
          <pc:sldLayoutMkLst>
            <pc:docMk/>
            <pc:sldMasterMk cId="1860234323" sldId="2147483696"/>
            <pc:sldLayoutMk cId="949078893" sldId="2147483698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4:40.703" v="19"/>
          <pc:sldLayoutMkLst>
            <pc:docMk/>
            <pc:sldMasterMk cId="1860234323" sldId="2147483696"/>
            <pc:sldLayoutMk cId="1644123726" sldId="2147483699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4:40.703" v="19"/>
          <pc:sldLayoutMkLst>
            <pc:docMk/>
            <pc:sldMasterMk cId="1860234323" sldId="2147483696"/>
            <pc:sldLayoutMk cId="648919753" sldId="2147483700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4:40.703" v="19"/>
          <pc:sldLayoutMkLst>
            <pc:docMk/>
            <pc:sldMasterMk cId="1860234323" sldId="2147483696"/>
            <pc:sldLayoutMk cId="1007049153" sldId="2147483701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4:40.703" v="19"/>
          <pc:sldLayoutMkLst>
            <pc:docMk/>
            <pc:sldMasterMk cId="1860234323" sldId="2147483696"/>
            <pc:sldLayoutMk cId="1317865140" sldId="2147483702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4:40.703" v="19"/>
          <pc:sldLayoutMkLst>
            <pc:docMk/>
            <pc:sldMasterMk cId="1860234323" sldId="2147483696"/>
            <pc:sldLayoutMk cId="1126769368" sldId="2147483703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4:40.703" v="19"/>
          <pc:sldLayoutMkLst>
            <pc:docMk/>
            <pc:sldMasterMk cId="1860234323" sldId="2147483696"/>
            <pc:sldLayoutMk cId="1731931879" sldId="2147483704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4:40.703" v="19"/>
          <pc:sldLayoutMkLst>
            <pc:docMk/>
            <pc:sldMasterMk cId="1860234323" sldId="2147483696"/>
            <pc:sldLayoutMk cId="1381102682" sldId="2147483705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4:40.703" v="19"/>
          <pc:sldLayoutMkLst>
            <pc:docMk/>
            <pc:sldMasterMk cId="1860234323" sldId="2147483696"/>
            <pc:sldLayoutMk cId="3470302443" sldId="2147483706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4:40.703" v="19"/>
          <pc:sldLayoutMkLst>
            <pc:docMk/>
            <pc:sldMasterMk cId="1860234323" sldId="2147483696"/>
            <pc:sldLayoutMk cId="3370909382" sldId="2147483707"/>
          </pc:sldLayoutMkLst>
        </pc:sldLayoutChg>
      </pc:sldMasterChg>
      <pc:sldMasterChg chg="add del addSldLayout delSldLayout modSldLayout">
        <pc:chgData name="Robledo, Kayla" userId="S::kayla.robledo@cuanschutz.edu::6eb23104-6d90-4085-b81a-901d881bfb4e" providerId="AD" clId="Web-{A7CA2AE1-E782-CEC8-9A16-0F4AAE7E6921}" dt="2026-04-21T02:54:53.797" v="20"/>
        <pc:sldMasterMkLst>
          <pc:docMk/>
          <pc:sldMasterMk cId="605668987" sldId="2147483708"/>
        </pc:sldMasterMkLst>
        <pc:sldLayoutChg chg="add del mod replId">
          <pc:chgData name="Robledo, Kayla" userId="S::kayla.robledo@cuanschutz.edu::6eb23104-6d90-4085-b81a-901d881bfb4e" providerId="AD" clId="Web-{A7CA2AE1-E782-CEC8-9A16-0F4AAE7E6921}" dt="2026-04-21T02:54:53.797" v="20"/>
          <pc:sldLayoutMkLst>
            <pc:docMk/>
            <pc:sldMasterMk cId="605668987" sldId="2147483708"/>
            <pc:sldLayoutMk cId="3985890604" sldId="2147483709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4:53.797" v="20"/>
          <pc:sldLayoutMkLst>
            <pc:docMk/>
            <pc:sldMasterMk cId="605668987" sldId="2147483708"/>
            <pc:sldLayoutMk cId="2269178553" sldId="2147483710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4:53.797" v="20"/>
          <pc:sldLayoutMkLst>
            <pc:docMk/>
            <pc:sldMasterMk cId="605668987" sldId="2147483708"/>
            <pc:sldLayoutMk cId="158549042" sldId="2147483711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4:53.797" v="20"/>
          <pc:sldLayoutMkLst>
            <pc:docMk/>
            <pc:sldMasterMk cId="605668987" sldId="2147483708"/>
            <pc:sldLayoutMk cId="2011798133" sldId="2147483712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4:53.797" v="20"/>
          <pc:sldLayoutMkLst>
            <pc:docMk/>
            <pc:sldMasterMk cId="605668987" sldId="2147483708"/>
            <pc:sldLayoutMk cId="2994681685" sldId="2147483713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4:53.797" v="20"/>
          <pc:sldLayoutMkLst>
            <pc:docMk/>
            <pc:sldMasterMk cId="605668987" sldId="2147483708"/>
            <pc:sldLayoutMk cId="4268753231" sldId="2147483714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4:53.797" v="20"/>
          <pc:sldLayoutMkLst>
            <pc:docMk/>
            <pc:sldMasterMk cId="605668987" sldId="2147483708"/>
            <pc:sldLayoutMk cId="2147083172" sldId="2147483715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4:53.797" v="20"/>
          <pc:sldLayoutMkLst>
            <pc:docMk/>
            <pc:sldMasterMk cId="605668987" sldId="2147483708"/>
            <pc:sldLayoutMk cId="2763777548" sldId="2147483716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4:53.797" v="20"/>
          <pc:sldLayoutMkLst>
            <pc:docMk/>
            <pc:sldMasterMk cId="605668987" sldId="2147483708"/>
            <pc:sldLayoutMk cId="1347613827" sldId="2147483717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4:53.797" v="20"/>
          <pc:sldLayoutMkLst>
            <pc:docMk/>
            <pc:sldMasterMk cId="605668987" sldId="2147483708"/>
            <pc:sldLayoutMk cId="235265047" sldId="2147483718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4:53.797" v="20"/>
          <pc:sldLayoutMkLst>
            <pc:docMk/>
            <pc:sldMasterMk cId="605668987" sldId="2147483708"/>
            <pc:sldLayoutMk cId="2556545712" sldId="2147483719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4:53.797" v="20"/>
          <pc:sldLayoutMkLst>
            <pc:docMk/>
            <pc:sldMasterMk cId="605668987" sldId="2147483708"/>
            <pc:sldLayoutMk cId="1733450082" sldId="2147483720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4:53.797" v="20"/>
          <pc:sldLayoutMkLst>
            <pc:docMk/>
            <pc:sldMasterMk cId="605668987" sldId="2147483708"/>
            <pc:sldLayoutMk cId="2991498381" sldId="2147483721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4:53.797" v="20"/>
          <pc:sldLayoutMkLst>
            <pc:docMk/>
            <pc:sldMasterMk cId="605668987" sldId="2147483708"/>
            <pc:sldLayoutMk cId="2322504812" sldId="2147483722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4:53.797" v="20"/>
          <pc:sldLayoutMkLst>
            <pc:docMk/>
            <pc:sldMasterMk cId="605668987" sldId="2147483708"/>
            <pc:sldLayoutMk cId="3851954450" sldId="2147483723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4:53.797" v="20"/>
          <pc:sldLayoutMkLst>
            <pc:docMk/>
            <pc:sldMasterMk cId="605668987" sldId="2147483708"/>
            <pc:sldLayoutMk cId="3246626733" sldId="2147483724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4:53.797" v="20"/>
          <pc:sldLayoutMkLst>
            <pc:docMk/>
            <pc:sldMasterMk cId="605668987" sldId="2147483708"/>
            <pc:sldLayoutMk cId="3058767628" sldId="2147483725"/>
          </pc:sldLayoutMkLst>
        </pc:sldLayoutChg>
      </pc:sldMasterChg>
      <pc:sldMasterChg chg="add del addSldLayout delSldLayout modSldLayout">
        <pc:chgData name="Robledo, Kayla" userId="S::kayla.robledo@cuanschutz.edu::6eb23104-6d90-4085-b81a-901d881bfb4e" providerId="AD" clId="Web-{A7CA2AE1-E782-CEC8-9A16-0F4AAE7E6921}" dt="2026-04-21T02:55:17.172" v="22"/>
        <pc:sldMasterMkLst>
          <pc:docMk/>
          <pc:sldMasterMk cId="15776596" sldId="2147483726"/>
        </pc:sldMasterMkLst>
        <pc:sldLayoutChg chg="add del mod replId">
          <pc:chgData name="Robledo, Kayla" userId="S::kayla.robledo@cuanschutz.edu::6eb23104-6d90-4085-b81a-901d881bfb4e" providerId="AD" clId="Web-{A7CA2AE1-E782-CEC8-9A16-0F4AAE7E6921}" dt="2026-04-21T02:55:17.172" v="22"/>
          <pc:sldLayoutMkLst>
            <pc:docMk/>
            <pc:sldMasterMk cId="15776596" sldId="2147483726"/>
            <pc:sldLayoutMk cId="2359828095" sldId="2147483727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17.172" v="22"/>
          <pc:sldLayoutMkLst>
            <pc:docMk/>
            <pc:sldMasterMk cId="15776596" sldId="2147483726"/>
            <pc:sldLayoutMk cId="3706670547" sldId="2147483728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17.172" v="22"/>
          <pc:sldLayoutMkLst>
            <pc:docMk/>
            <pc:sldMasterMk cId="15776596" sldId="2147483726"/>
            <pc:sldLayoutMk cId="1411211791" sldId="2147483729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17.172" v="22"/>
          <pc:sldLayoutMkLst>
            <pc:docMk/>
            <pc:sldMasterMk cId="15776596" sldId="2147483726"/>
            <pc:sldLayoutMk cId="689023155" sldId="2147483730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17.172" v="22"/>
          <pc:sldLayoutMkLst>
            <pc:docMk/>
            <pc:sldMasterMk cId="15776596" sldId="2147483726"/>
            <pc:sldLayoutMk cId="3335317650" sldId="2147483731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17.172" v="22"/>
          <pc:sldLayoutMkLst>
            <pc:docMk/>
            <pc:sldMasterMk cId="15776596" sldId="2147483726"/>
            <pc:sldLayoutMk cId="991207085" sldId="2147483732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17.172" v="22"/>
          <pc:sldLayoutMkLst>
            <pc:docMk/>
            <pc:sldMasterMk cId="15776596" sldId="2147483726"/>
            <pc:sldLayoutMk cId="1856649734" sldId="2147483733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17.172" v="22"/>
          <pc:sldLayoutMkLst>
            <pc:docMk/>
            <pc:sldMasterMk cId="15776596" sldId="2147483726"/>
            <pc:sldLayoutMk cId="695768655" sldId="2147483734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17.172" v="22"/>
          <pc:sldLayoutMkLst>
            <pc:docMk/>
            <pc:sldMasterMk cId="15776596" sldId="2147483726"/>
            <pc:sldLayoutMk cId="3886457892" sldId="2147483735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17.172" v="22"/>
          <pc:sldLayoutMkLst>
            <pc:docMk/>
            <pc:sldMasterMk cId="15776596" sldId="2147483726"/>
            <pc:sldLayoutMk cId="1910368620" sldId="2147483736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17.172" v="22"/>
          <pc:sldLayoutMkLst>
            <pc:docMk/>
            <pc:sldMasterMk cId="15776596" sldId="2147483726"/>
            <pc:sldLayoutMk cId="4039930875" sldId="2147483737"/>
          </pc:sldLayoutMkLst>
        </pc:sldLayoutChg>
      </pc:sldMasterChg>
      <pc:sldMasterChg chg="add del addSldLayout delSldLayout modSldLayout">
        <pc:chgData name="Robledo, Kayla" userId="S::kayla.robledo@cuanschutz.edu::6eb23104-6d90-4085-b81a-901d881bfb4e" providerId="AD" clId="Web-{A7CA2AE1-E782-CEC8-9A16-0F4AAE7E6921}" dt="2026-04-21T02:55:19.922" v="23"/>
        <pc:sldMasterMkLst>
          <pc:docMk/>
          <pc:sldMasterMk cId="503946020" sldId="2147483738"/>
        </pc:sldMasterMkLst>
        <pc:sldLayoutChg chg="add del mod replId">
          <pc:chgData name="Robledo, Kayla" userId="S::kayla.robledo@cuanschutz.edu::6eb23104-6d90-4085-b81a-901d881bfb4e" providerId="AD" clId="Web-{A7CA2AE1-E782-CEC8-9A16-0F4AAE7E6921}" dt="2026-04-21T02:55:19.922" v="23"/>
          <pc:sldLayoutMkLst>
            <pc:docMk/>
            <pc:sldMasterMk cId="503946020" sldId="2147483738"/>
            <pc:sldLayoutMk cId="2594827528" sldId="2147483739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19.922" v="23"/>
          <pc:sldLayoutMkLst>
            <pc:docMk/>
            <pc:sldMasterMk cId="503946020" sldId="2147483738"/>
            <pc:sldLayoutMk cId="2813455442" sldId="2147483740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19.922" v="23"/>
          <pc:sldLayoutMkLst>
            <pc:docMk/>
            <pc:sldMasterMk cId="503946020" sldId="2147483738"/>
            <pc:sldLayoutMk cId="4268988777" sldId="2147483741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19.922" v="23"/>
          <pc:sldLayoutMkLst>
            <pc:docMk/>
            <pc:sldMasterMk cId="503946020" sldId="2147483738"/>
            <pc:sldLayoutMk cId="2911188673" sldId="2147483742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19.922" v="23"/>
          <pc:sldLayoutMkLst>
            <pc:docMk/>
            <pc:sldMasterMk cId="503946020" sldId="2147483738"/>
            <pc:sldLayoutMk cId="640541024" sldId="2147483743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19.922" v="23"/>
          <pc:sldLayoutMkLst>
            <pc:docMk/>
            <pc:sldMasterMk cId="503946020" sldId="2147483738"/>
            <pc:sldLayoutMk cId="2399470495" sldId="2147483744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19.922" v="23"/>
          <pc:sldLayoutMkLst>
            <pc:docMk/>
            <pc:sldMasterMk cId="503946020" sldId="2147483738"/>
            <pc:sldLayoutMk cId="3533327977" sldId="2147483745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19.922" v="23"/>
          <pc:sldLayoutMkLst>
            <pc:docMk/>
            <pc:sldMasterMk cId="503946020" sldId="2147483738"/>
            <pc:sldLayoutMk cId="409544253" sldId="2147483746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19.922" v="23"/>
          <pc:sldLayoutMkLst>
            <pc:docMk/>
            <pc:sldMasterMk cId="503946020" sldId="2147483738"/>
            <pc:sldLayoutMk cId="3283089186" sldId="2147483747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19.922" v="23"/>
          <pc:sldLayoutMkLst>
            <pc:docMk/>
            <pc:sldMasterMk cId="503946020" sldId="2147483738"/>
            <pc:sldLayoutMk cId="2811698730" sldId="2147483748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19.922" v="23"/>
          <pc:sldLayoutMkLst>
            <pc:docMk/>
            <pc:sldMasterMk cId="503946020" sldId="2147483738"/>
            <pc:sldLayoutMk cId="2660270226" sldId="2147483749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19.922" v="23"/>
          <pc:sldLayoutMkLst>
            <pc:docMk/>
            <pc:sldMasterMk cId="503946020" sldId="2147483738"/>
            <pc:sldLayoutMk cId="2417235619" sldId="2147483750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19.922" v="23"/>
          <pc:sldLayoutMkLst>
            <pc:docMk/>
            <pc:sldMasterMk cId="503946020" sldId="2147483738"/>
            <pc:sldLayoutMk cId="41880840" sldId="2147483751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19.922" v="23"/>
          <pc:sldLayoutMkLst>
            <pc:docMk/>
            <pc:sldMasterMk cId="503946020" sldId="2147483738"/>
            <pc:sldLayoutMk cId="2136381103" sldId="2147483752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19.922" v="23"/>
          <pc:sldLayoutMkLst>
            <pc:docMk/>
            <pc:sldMasterMk cId="503946020" sldId="2147483738"/>
            <pc:sldLayoutMk cId="4253002675" sldId="2147483753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19.922" v="23"/>
          <pc:sldLayoutMkLst>
            <pc:docMk/>
            <pc:sldMasterMk cId="503946020" sldId="2147483738"/>
            <pc:sldLayoutMk cId="2425602523" sldId="2147483754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19.922" v="23"/>
          <pc:sldLayoutMkLst>
            <pc:docMk/>
            <pc:sldMasterMk cId="503946020" sldId="2147483738"/>
            <pc:sldLayoutMk cId="118090187" sldId="2147483755"/>
          </pc:sldLayoutMkLst>
        </pc:sldLayoutChg>
      </pc:sldMasterChg>
      <pc:sldMasterChg chg="add del addSldLayout delSldLayout modSldLayout">
        <pc:chgData name="Robledo, Kayla" userId="S::kayla.robledo@cuanschutz.edu::6eb23104-6d90-4085-b81a-901d881bfb4e" providerId="AD" clId="Web-{A7CA2AE1-E782-CEC8-9A16-0F4AAE7E6921}" dt="2026-04-21T02:55:25.953" v="24"/>
        <pc:sldMasterMkLst>
          <pc:docMk/>
          <pc:sldMasterMk cId="1970805871" sldId="2147483756"/>
        </pc:sldMasterMkLst>
        <pc:sldLayoutChg chg="add del mod replId">
          <pc:chgData name="Robledo, Kayla" userId="S::kayla.robledo@cuanschutz.edu::6eb23104-6d90-4085-b81a-901d881bfb4e" providerId="AD" clId="Web-{A7CA2AE1-E782-CEC8-9A16-0F4AAE7E6921}" dt="2026-04-21T02:55:25.953" v="24"/>
          <pc:sldLayoutMkLst>
            <pc:docMk/>
            <pc:sldMasterMk cId="1970805871" sldId="2147483756"/>
            <pc:sldLayoutMk cId="3216738704" sldId="2147483757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25.953" v="24"/>
          <pc:sldLayoutMkLst>
            <pc:docMk/>
            <pc:sldMasterMk cId="1970805871" sldId="2147483756"/>
            <pc:sldLayoutMk cId="3004674710" sldId="2147483758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25.953" v="24"/>
          <pc:sldLayoutMkLst>
            <pc:docMk/>
            <pc:sldMasterMk cId="1970805871" sldId="2147483756"/>
            <pc:sldLayoutMk cId="3097646176" sldId="2147483759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25.953" v="24"/>
          <pc:sldLayoutMkLst>
            <pc:docMk/>
            <pc:sldMasterMk cId="1970805871" sldId="2147483756"/>
            <pc:sldLayoutMk cId="3284991086" sldId="2147483760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25.953" v="24"/>
          <pc:sldLayoutMkLst>
            <pc:docMk/>
            <pc:sldMasterMk cId="1970805871" sldId="2147483756"/>
            <pc:sldLayoutMk cId="75510229" sldId="2147483761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25.953" v="24"/>
          <pc:sldLayoutMkLst>
            <pc:docMk/>
            <pc:sldMasterMk cId="1970805871" sldId="2147483756"/>
            <pc:sldLayoutMk cId="946591914" sldId="2147483762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25.953" v="24"/>
          <pc:sldLayoutMkLst>
            <pc:docMk/>
            <pc:sldMasterMk cId="1970805871" sldId="2147483756"/>
            <pc:sldLayoutMk cId="2855407871" sldId="2147483763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25.953" v="24"/>
          <pc:sldLayoutMkLst>
            <pc:docMk/>
            <pc:sldMasterMk cId="1970805871" sldId="2147483756"/>
            <pc:sldLayoutMk cId="1309963268" sldId="2147483764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25.953" v="24"/>
          <pc:sldLayoutMkLst>
            <pc:docMk/>
            <pc:sldMasterMk cId="1970805871" sldId="2147483756"/>
            <pc:sldLayoutMk cId="1382947420" sldId="2147483765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25.953" v="24"/>
          <pc:sldLayoutMkLst>
            <pc:docMk/>
            <pc:sldMasterMk cId="1970805871" sldId="2147483756"/>
            <pc:sldLayoutMk cId="850070270" sldId="2147483766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25.953" v="24"/>
          <pc:sldLayoutMkLst>
            <pc:docMk/>
            <pc:sldMasterMk cId="1970805871" sldId="2147483756"/>
            <pc:sldLayoutMk cId="2227348231" sldId="2147483767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25.953" v="24"/>
          <pc:sldLayoutMkLst>
            <pc:docMk/>
            <pc:sldMasterMk cId="1970805871" sldId="2147483756"/>
            <pc:sldLayoutMk cId="2495852015" sldId="2147483768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25.953" v="24"/>
          <pc:sldLayoutMkLst>
            <pc:docMk/>
            <pc:sldMasterMk cId="1970805871" sldId="2147483756"/>
            <pc:sldLayoutMk cId="684089148" sldId="2147483769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25.953" v="24"/>
          <pc:sldLayoutMkLst>
            <pc:docMk/>
            <pc:sldMasterMk cId="1970805871" sldId="2147483756"/>
            <pc:sldLayoutMk cId="4183071727" sldId="2147483770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25.953" v="24"/>
          <pc:sldLayoutMkLst>
            <pc:docMk/>
            <pc:sldMasterMk cId="1970805871" sldId="2147483756"/>
            <pc:sldLayoutMk cId="131737631" sldId="2147483771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25.953" v="24"/>
          <pc:sldLayoutMkLst>
            <pc:docMk/>
            <pc:sldMasterMk cId="1970805871" sldId="2147483756"/>
            <pc:sldLayoutMk cId="322927653" sldId="2147483772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25.953" v="24"/>
          <pc:sldLayoutMkLst>
            <pc:docMk/>
            <pc:sldMasterMk cId="1970805871" sldId="2147483756"/>
            <pc:sldLayoutMk cId="3192383447" sldId="2147483773"/>
          </pc:sldLayoutMkLst>
        </pc:sldLayoutChg>
      </pc:sldMasterChg>
      <pc:sldMasterChg chg="add del addSldLayout delSldLayout modSldLayout">
        <pc:chgData name="Robledo, Kayla" userId="S::kayla.robledo@cuanschutz.edu::6eb23104-6d90-4085-b81a-901d881bfb4e" providerId="AD" clId="Web-{A7CA2AE1-E782-CEC8-9A16-0F4AAE7E6921}" dt="2026-04-21T02:55:32.984" v="25"/>
        <pc:sldMasterMkLst>
          <pc:docMk/>
          <pc:sldMasterMk cId="1911022278" sldId="2147483774"/>
        </pc:sldMasterMkLst>
        <pc:sldLayoutChg chg="add del mod replId">
          <pc:chgData name="Robledo, Kayla" userId="S::kayla.robledo@cuanschutz.edu::6eb23104-6d90-4085-b81a-901d881bfb4e" providerId="AD" clId="Web-{A7CA2AE1-E782-CEC8-9A16-0F4AAE7E6921}" dt="2026-04-21T02:55:32.984" v="25"/>
          <pc:sldLayoutMkLst>
            <pc:docMk/>
            <pc:sldMasterMk cId="1911022278" sldId="2147483774"/>
            <pc:sldLayoutMk cId="2975744521" sldId="2147483775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32.984" v="25"/>
          <pc:sldLayoutMkLst>
            <pc:docMk/>
            <pc:sldMasterMk cId="1911022278" sldId="2147483774"/>
            <pc:sldLayoutMk cId="3557939612" sldId="2147483776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32.984" v="25"/>
          <pc:sldLayoutMkLst>
            <pc:docMk/>
            <pc:sldMasterMk cId="1911022278" sldId="2147483774"/>
            <pc:sldLayoutMk cId="4190015550" sldId="2147483777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32.984" v="25"/>
          <pc:sldLayoutMkLst>
            <pc:docMk/>
            <pc:sldMasterMk cId="1911022278" sldId="2147483774"/>
            <pc:sldLayoutMk cId="814778987" sldId="2147483778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32.984" v="25"/>
          <pc:sldLayoutMkLst>
            <pc:docMk/>
            <pc:sldMasterMk cId="1911022278" sldId="2147483774"/>
            <pc:sldLayoutMk cId="1182678679" sldId="2147483779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32.984" v="25"/>
          <pc:sldLayoutMkLst>
            <pc:docMk/>
            <pc:sldMasterMk cId="1911022278" sldId="2147483774"/>
            <pc:sldLayoutMk cId="3892316102" sldId="2147483780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32.984" v="25"/>
          <pc:sldLayoutMkLst>
            <pc:docMk/>
            <pc:sldMasterMk cId="1911022278" sldId="2147483774"/>
            <pc:sldLayoutMk cId="2813116318" sldId="2147483781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32.984" v="25"/>
          <pc:sldLayoutMkLst>
            <pc:docMk/>
            <pc:sldMasterMk cId="1911022278" sldId="2147483774"/>
            <pc:sldLayoutMk cId="3832911576" sldId="2147483782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32.984" v="25"/>
          <pc:sldLayoutMkLst>
            <pc:docMk/>
            <pc:sldMasterMk cId="1911022278" sldId="2147483774"/>
            <pc:sldLayoutMk cId="4294015128" sldId="2147483783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32.984" v="25"/>
          <pc:sldLayoutMkLst>
            <pc:docMk/>
            <pc:sldMasterMk cId="1911022278" sldId="2147483774"/>
            <pc:sldLayoutMk cId="2993150101" sldId="2147483784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32.984" v="25"/>
          <pc:sldLayoutMkLst>
            <pc:docMk/>
            <pc:sldMasterMk cId="1911022278" sldId="2147483774"/>
            <pc:sldLayoutMk cId="2156058442" sldId="2147483785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32.984" v="25"/>
          <pc:sldLayoutMkLst>
            <pc:docMk/>
            <pc:sldMasterMk cId="1911022278" sldId="2147483774"/>
            <pc:sldLayoutMk cId="1093350574" sldId="2147483786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32.984" v="25"/>
          <pc:sldLayoutMkLst>
            <pc:docMk/>
            <pc:sldMasterMk cId="1911022278" sldId="2147483774"/>
            <pc:sldLayoutMk cId="2680033134" sldId="2147483787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32.984" v="25"/>
          <pc:sldLayoutMkLst>
            <pc:docMk/>
            <pc:sldMasterMk cId="1911022278" sldId="2147483774"/>
            <pc:sldLayoutMk cId="2084159341" sldId="2147483788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32.984" v="25"/>
          <pc:sldLayoutMkLst>
            <pc:docMk/>
            <pc:sldMasterMk cId="1911022278" sldId="2147483774"/>
            <pc:sldLayoutMk cId="1913460431" sldId="2147483789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32.984" v="25"/>
          <pc:sldLayoutMkLst>
            <pc:docMk/>
            <pc:sldMasterMk cId="1911022278" sldId="2147483774"/>
            <pc:sldLayoutMk cId="109416473" sldId="2147483790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32.984" v="25"/>
          <pc:sldLayoutMkLst>
            <pc:docMk/>
            <pc:sldMasterMk cId="1911022278" sldId="2147483774"/>
            <pc:sldLayoutMk cId="1551805101" sldId="2147483791"/>
          </pc:sldLayoutMkLst>
        </pc:sldLayoutChg>
      </pc:sldMasterChg>
      <pc:sldMasterChg chg="add del addSldLayout delSldLayout modSldLayout">
        <pc:chgData name="Robledo, Kayla" userId="S::kayla.robledo@cuanschutz.edu::6eb23104-6d90-4085-b81a-901d881bfb4e" providerId="AD" clId="Web-{A7CA2AE1-E782-CEC8-9A16-0F4AAE7E6921}" dt="2026-04-21T02:55:39.187" v="26"/>
        <pc:sldMasterMkLst>
          <pc:docMk/>
          <pc:sldMasterMk cId="2937342450" sldId="2147483792"/>
        </pc:sldMasterMkLst>
        <pc:sldLayoutChg chg="add del mod replId">
          <pc:chgData name="Robledo, Kayla" userId="S::kayla.robledo@cuanschutz.edu::6eb23104-6d90-4085-b81a-901d881bfb4e" providerId="AD" clId="Web-{A7CA2AE1-E782-CEC8-9A16-0F4AAE7E6921}" dt="2026-04-21T02:55:39.187" v="26"/>
          <pc:sldLayoutMkLst>
            <pc:docMk/>
            <pc:sldMasterMk cId="2937342450" sldId="2147483792"/>
            <pc:sldLayoutMk cId="4249868204" sldId="2147483793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39.187" v="26"/>
          <pc:sldLayoutMkLst>
            <pc:docMk/>
            <pc:sldMasterMk cId="2937342450" sldId="2147483792"/>
            <pc:sldLayoutMk cId="3630336287" sldId="2147483794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39.187" v="26"/>
          <pc:sldLayoutMkLst>
            <pc:docMk/>
            <pc:sldMasterMk cId="2937342450" sldId="2147483792"/>
            <pc:sldLayoutMk cId="2959815652" sldId="2147483795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39.187" v="26"/>
          <pc:sldLayoutMkLst>
            <pc:docMk/>
            <pc:sldMasterMk cId="2937342450" sldId="2147483792"/>
            <pc:sldLayoutMk cId="2584921171" sldId="2147483796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39.187" v="26"/>
          <pc:sldLayoutMkLst>
            <pc:docMk/>
            <pc:sldMasterMk cId="2937342450" sldId="2147483792"/>
            <pc:sldLayoutMk cId="4195361861" sldId="2147483797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39.187" v="26"/>
          <pc:sldLayoutMkLst>
            <pc:docMk/>
            <pc:sldMasterMk cId="2937342450" sldId="2147483792"/>
            <pc:sldLayoutMk cId="133734118" sldId="2147483798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39.187" v="26"/>
          <pc:sldLayoutMkLst>
            <pc:docMk/>
            <pc:sldMasterMk cId="2937342450" sldId="2147483792"/>
            <pc:sldLayoutMk cId="2027330008" sldId="2147483799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39.187" v="26"/>
          <pc:sldLayoutMkLst>
            <pc:docMk/>
            <pc:sldMasterMk cId="2937342450" sldId="2147483792"/>
            <pc:sldLayoutMk cId="2123071140" sldId="2147483800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39.187" v="26"/>
          <pc:sldLayoutMkLst>
            <pc:docMk/>
            <pc:sldMasterMk cId="2937342450" sldId="2147483792"/>
            <pc:sldLayoutMk cId="131344175" sldId="2147483801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39.187" v="26"/>
          <pc:sldLayoutMkLst>
            <pc:docMk/>
            <pc:sldMasterMk cId="2937342450" sldId="2147483792"/>
            <pc:sldLayoutMk cId="877919739" sldId="2147483802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39.187" v="26"/>
          <pc:sldLayoutMkLst>
            <pc:docMk/>
            <pc:sldMasterMk cId="2937342450" sldId="2147483792"/>
            <pc:sldLayoutMk cId="2522787411" sldId="2147483803"/>
          </pc:sldLayoutMkLst>
        </pc:sldLayoutChg>
      </pc:sldMasterChg>
      <pc:sldMasterChg chg="add del addSldLayout delSldLayout modSldLayout">
        <pc:chgData name="Robledo, Kayla" userId="S::kayla.robledo@cuanschutz.edu::6eb23104-6d90-4085-b81a-901d881bfb4e" providerId="AD" clId="Web-{A7CA2AE1-E782-CEC8-9A16-0F4AAE7E6921}" dt="2026-04-21T02:55:54.875" v="27"/>
        <pc:sldMasterMkLst>
          <pc:docMk/>
          <pc:sldMasterMk cId="887036615" sldId="2147483804"/>
        </pc:sldMasterMkLst>
        <pc:sldLayoutChg chg="add del mod replId">
          <pc:chgData name="Robledo, Kayla" userId="S::kayla.robledo@cuanschutz.edu::6eb23104-6d90-4085-b81a-901d881bfb4e" providerId="AD" clId="Web-{A7CA2AE1-E782-CEC8-9A16-0F4AAE7E6921}" dt="2026-04-21T02:55:54.875" v="27"/>
          <pc:sldLayoutMkLst>
            <pc:docMk/>
            <pc:sldMasterMk cId="887036615" sldId="2147483804"/>
            <pc:sldLayoutMk cId="926720815" sldId="2147483805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54.875" v="27"/>
          <pc:sldLayoutMkLst>
            <pc:docMk/>
            <pc:sldMasterMk cId="887036615" sldId="2147483804"/>
            <pc:sldLayoutMk cId="4167232824" sldId="2147483806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54.875" v="27"/>
          <pc:sldLayoutMkLst>
            <pc:docMk/>
            <pc:sldMasterMk cId="887036615" sldId="2147483804"/>
            <pc:sldLayoutMk cId="2210317153" sldId="2147483807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54.875" v="27"/>
          <pc:sldLayoutMkLst>
            <pc:docMk/>
            <pc:sldMasterMk cId="887036615" sldId="2147483804"/>
            <pc:sldLayoutMk cId="955873759" sldId="2147483808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54.875" v="27"/>
          <pc:sldLayoutMkLst>
            <pc:docMk/>
            <pc:sldMasterMk cId="887036615" sldId="2147483804"/>
            <pc:sldLayoutMk cId="3066078985" sldId="2147483809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54.875" v="27"/>
          <pc:sldLayoutMkLst>
            <pc:docMk/>
            <pc:sldMasterMk cId="887036615" sldId="2147483804"/>
            <pc:sldLayoutMk cId="1854621693" sldId="2147483810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54.875" v="27"/>
          <pc:sldLayoutMkLst>
            <pc:docMk/>
            <pc:sldMasterMk cId="887036615" sldId="2147483804"/>
            <pc:sldLayoutMk cId="2837152119" sldId="2147483811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54.875" v="27"/>
          <pc:sldLayoutMkLst>
            <pc:docMk/>
            <pc:sldMasterMk cId="887036615" sldId="2147483804"/>
            <pc:sldLayoutMk cId="2840100450" sldId="2147483812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54.875" v="27"/>
          <pc:sldLayoutMkLst>
            <pc:docMk/>
            <pc:sldMasterMk cId="887036615" sldId="2147483804"/>
            <pc:sldLayoutMk cId="291025802" sldId="2147483813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54.875" v="27"/>
          <pc:sldLayoutMkLst>
            <pc:docMk/>
            <pc:sldMasterMk cId="887036615" sldId="2147483804"/>
            <pc:sldLayoutMk cId="3712520537" sldId="2147483814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5:54.875" v="27"/>
          <pc:sldLayoutMkLst>
            <pc:docMk/>
            <pc:sldMasterMk cId="887036615" sldId="2147483804"/>
            <pc:sldLayoutMk cId="4214770798" sldId="2147483815"/>
          </pc:sldLayoutMkLst>
        </pc:sldLayoutChg>
      </pc:sldMasterChg>
      <pc:sldMasterChg chg="add del addSldLayout delSldLayout modSldLayout">
        <pc:chgData name="Robledo, Kayla" userId="S::kayla.robledo@cuanschutz.edu::6eb23104-6d90-4085-b81a-901d881bfb4e" providerId="AD" clId="Web-{A7CA2AE1-E782-CEC8-9A16-0F4AAE7E6921}" dt="2026-04-21T02:56:05.547" v="29"/>
        <pc:sldMasterMkLst>
          <pc:docMk/>
          <pc:sldMasterMk cId="784573011" sldId="2147483816"/>
        </pc:sldMasterMkLst>
        <pc:sldLayoutChg chg="add del mod replId">
          <pc:chgData name="Robledo, Kayla" userId="S::kayla.robledo@cuanschutz.edu::6eb23104-6d90-4085-b81a-901d881bfb4e" providerId="AD" clId="Web-{A7CA2AE1-E782-CEC8-9A16-0F4AAE7E6921}" dt="2026-04-21T02:56:05.547" v="29"/>
          <pc:sldLayoutMkLst>
            <pc:docMk/>
            <pc:sldMasterMk cId="784573011" sldId="2147483816"/>
            <pc:sldLayoutMk cId="2494856395" sldId="2147483817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05.547" v="29"/>
          <pc:sldLayoutMkLst>
            <pc:docMk/>
            <pc:sldMasterMk cId="784573011" sldId="2147483816"/>
            <pc:sldLayoutMk cId="1015444969" sldId="2147483818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05.547" v="29"/>
          <pc:sldLayoutMkLst>
            <pc:docMk/>
            <pc:sldMasterMk cId="784573011" sldId="2147483816"/>
            <pc:sldLayoutMk cId="1780460374" sldId="2147483819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05.547" v="29"/>
          <pc:sldLayoutMkLst>
            <pc:docMk/>
            <pc:sldMasterMk cId="784573011" sldId="2147483816"/>
            <pc:sldLayoutMk cId="212110077" sldId="2147483820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05.547" v="29"/>
          <pc:sldLayoutMkLst>
            <pc:docMk/>
            <pc:sldMasterMk cId="784573011" sldId="2147483816"/>
            <pc:sldLayoutMk cId="1559382338" sldId="2147483821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05.547" v="29"/>
          <pc:sldLayoutMkLst>
            <pc:docMk/>
            <pc:sldMasterMk cId="784573011" sldId="2147483816"/>
            <pc:sldLayoutMk cId="1403161631" sldId="2147483822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05.547" v="29"/>
          <pc:sldLayoutMkLst>
            <pc:docMk/>
            <pc:sldMasterMk cId="784573011" sldId="2147483816"/>
            <pc:sldLayoutMk cId="1324590925" sldId="2147483823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05.547" v="29"/>
          <pc:sldLayoutMkLst>
            <pc:docMk/>
            <pc:sldMasterMk cId="784573011" sldId="2147483816"/>
            <pc:sldLayoutMk cId="3640919401" sldId="2147483824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05.547" v="29"/>
          <pc:sldLayoutMkLst>
            <pc:docMk/>
            <pc:sldMasterMk cId="784573011" sldId="2147483816"/>
            <pc:sldLayoutMk cId="3434012125" sldId="2147483825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05.547" v="29"/>
          <pc:sldLayoutMkLst>
            <pc:docMk/>
            <pc:sldMasterMk cId="784573011" sldId="2147483816"/>
            <pc:sldLayoutMk cId="987008475" sldId="2147483826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05.547" v="29"/>
          <pc:sldLayoutMkLst>
            <pc:docMk/>
            <pc:sldMasterMk cId="784573011" sldId="2147483816"/>
            <pc:sldLayoutMk cId="1152076384" sldId="2147483827"/>
          </pc:sldLayoutMkLst>
        </pc:sldLayoutChg>
      </pc:sldMasterChg>
      <pc:sldMasterChg chg="add del addSldLayout delSldLayout modSldLayout">
        <pc:chgData name="Robledo, Kayla" userId="S::kayla.robledo@cuanschutz.edu::6eb23104-6d90-4085-b81a-901d881bfb4e" providerId="AD" clId="Web-{A7CA2AE1-E782-CEC8-9A16-0F4AAE7E6921}" dt="2026-04-21T02:56:09.391" v="30"/>
        <pc:sldMasterMkLst>
          <pc:docMk/>
          <pc:sldMasterMk cId="606954625" sldId="2147483828"/>
        </pc:sldMasterMkLst>
        <pc:sldLayoutChg chg="add del mod replId">
          <pc:chgData name="Robledo, Kayla" userId="S::kayla.robledo@cuanschutz.edu::6eb23104-6d90-4085-b81a-901d881bfb4e" providerId="AD" clId="Web-{A7CA2AE1-E782-CEC8-9A16-0F4AAE7E6921}" dt="2026-04-21T02:56:09.391" v="30"/>
          <pc:sldLayoutMkLst>
            <pc:docMk/>
            <pc:sldMasterMk cId="606954625" sldId="2147483828"/>
            <pc:sldLayoutMk cId="429102957" sldId="2147483829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09.391" v="30"/>
          <pc:sldLayoutMkLst>
            <pc:docMk/>
            <pc:sldMasterMk cId="606954625" sldId="2147483828"/>
            <pc:sldLayoutMk cId="409798009" sldId="2147483830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09.391" v="30"/>
          <pc:sldLayoutMkLst>
            <pc:docMk/>
            <pc:sldMasterMk cId="606954625" sldId="2147483828"/>
            <pc:sldLayoutMk cId="248893494" sldId="2147483831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09.391" v="30"/>
          <pc:sldLayoutMkLst>
            <pc:docMk/>
            <pc:sldMasterMk cId="606954625" sldId="2147483828"/>
            <pc:sldLayoutMk cId="2676730660" sldId="2147483832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09.391" v="30"/>
          <pc:sldLayoutMkLst>
            <pc:docMk/>
            <pc:sldMasterMk cId="606954625" sldId="2147483828"/>
            <pc:sldLayoutMk cId="480237831" sldId="2147483833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09.391" v="30"/>
          <pc:sldLayoutMkLst>
            <pc:docMk/>
            <pc:sldMasterMk cId="606954625" sldId="2147483828"/>
            <pc:sldLayoutMk cId="175445583" sldId="2147483834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09.391" v="30"/>
          <pc:sldLayoutMkLst>
            <pc:docMk/>
            <pc:sldMasterMk cId="606954625" sldId="2147483828"/>
            <pc:sldLayoutMk cId="3107626645" sldId="2147483835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09.391" v="30"/>
          <pc:sldLayoutMkLst>
            <pc:docMk/>
            <pc:sldMasterMk cId="606954625" sldId="2147483828"/>
            <pc:sldLayoutMk cId="2095244359" sldId="2147483836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09.391" v="30"/>
          <pc:sldLayoutMkLst>
            <pc:docMk/>
            <pc:sldMasterMk cId="606954625" sldId="2147483828"/>
            <pc:sldLayoutMk cId="103255298" sldId="2147483837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09.391" v="30"/>
          <pc:sldLayoutMkLst>
            <pc:docMk/>
            <pc:sldMasterMk cId="606954625" sldId="2147483828"/>
            <pc:sldLayoutMk cId="1322315346" sldId="2147483838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09.391" v="30"/>
          <pc:sldLayoutMkLst>
            <pc:docMk/>
            <pc:sldMasterMk cId="606954625" sldId="2147483828"/>
            <pc:sldLayoutMk cId="2236017285" sldId="2147483839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09.391" v="30"/>
          <pc:sldLayoutMkLst>
            <pc:docMk/>
            <pc:sldMasterMk cId="606954625" sldId="2147483828"/>
            <pc:sldLayoutMk cId="3145954946" sldId="2147483840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09.391" v="30"/>
          <pc:sldLayoutMkLst>
            <pc:docMk/>
            <pc:sldMasterMk cId="606954625" sldId="2147483828"/>
            <pc:sldLayoutMk cId="1100522431" sldId="2147483841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09.391" v="30"/>
          <pc:sldLayoutMkLst>
            <pc:docMk/>
            <pc:sldMasterMk cId="606954625" sldId="2147483828"/>
            <pc:sldLayoutMk cId="365293950" sldId="2147483842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09.391" v="30"/>
          <pc:sldLayoutMkLst>
            <pc:docMk/>
            <pc:sldMasterMk cId="606954625" sldId="2147483828"/>
            <pc:sldLayoutMk cId="2717173783" sldId="2147483843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09.391" v="30"/>
          <pc:sldLayoutMkLst>
            <pc:docMk/>
            <pc:sldMasterMk cId="606954625" sldId="2147483828"/>
            <pc:sldLayoutMk cId="2167199250" sldId="2147483844"/>
          </pc:sldLayoutMkLst>
        </pc:sldLayoutChg>
      </pc:sldMasterChg>
      <pc:sldMasterChg chg="add del addSldLayout delSldLayout modSldLayout">
        <pc:chgData name="Robledo, Kayla" userId="S::kayla.robledo@cuanschutz.edu::6eb23104-6d90-4085-b81a-901d881bfb4e" providerId="AD" clId="Web-{A7CA2AE1-E782-CEC8-9A16-0F4AAE7E6921}" dt="2026-04-21T02:56:12.797" v="31"/>
        <pc:sldMasterMkLst>
          <pc:docMk/>
          <pc:sldMasterMk cId="2709013508" sldId="2147483845"/>
        </pc:sldMasterMkLst>
        <pc:sldLayoutChg chg="add del mod replId">
          <pc:chgData name="Robledo, Kayla" userId="S::kayla.robledo@cuanschutz.edu::6eb23104-6d90-4085-b81a-901d881bfb4e" providerId="AD" clId="Web-{A7CA2AE1-E782-CEC8-9A16-0F4AAE7E6921}" dt="2026-04-21T02:56:12.797" v="31"/>
          <pc:sldLayoutMkLst>
            <pc:docMk/>
            <pc:sldMasterMk cId="2709013508" sldId="2147483845"/>
            <pc:sldLayoutMk cId="4213019972" sldId="2147483846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12.797" v="31"/>
          <pc:sldLayoutMkLst>
            <pc:docMk/>
            <pc:sldMasterMk cId="2709013508" sldId="2147483845"/>
            <pc:sldLayoutMk cId="731812486" sldId="2147483847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12.797" v="31"/>
          <pc:sldLayoutMkLst>
            <pc:docMk/>
            <pc:sldMasterMk cId="2709013508" sldId="2147483845"/>
            <pc:sldLayoutMk cId="2391083067" sldId="2147483848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12.797" v="31"/>
          <pc:sldLayoutMkLst>
            <pc:docMk/>
            <pc:sldMasterMk cId="2709013508" sldId="2147483845"/>
            <pc:sldLayoutMk cId="4179106093" sldId="2147483849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12.797" v="31"/>
          <pc:sldLayoutMkLst>
            <pc:docMk/>
            <pc:sldMasterMk cId="2709013508" sldId="2147483845"/>
            <pc:sldLayoutMk cId="34889064" sldId="2147483850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12.797" v="31"/>
          <pc:sldLayoutMkLst>
            <pc:docMk/>
            <pc:sldMasterMk cId="2709013508" sldId="2147483845"/>
            <pc:sldLayoutMk cId="4160201557" sldId="2147483851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12.797" v="31"/>
          <pc:sldLayoutMkLst>
            <pc:docMk/>
            <pc:sldMasterMk cId="2709013508" sldId="2147483845"/>
            <pc:sldLayoutMk cId="3145813405" sldId="2147483852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12.797" v="31"/>
          <pc:sldLayoutMkLst>
            <pc:docMk/>
            <pc:sldMasterMk cId="2709013508" sldId="2147483845"/>
            <pc:sldLayoutMk cId="2887394261" sldId="2147483853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12.797" v="31"/>
          <pc:sldLayoutMkLst>
            <pc:docMk/>
            <pc:sldMasterMk cId="2709013508" sldId="2147483845"/>
            <pc:sldLayoutMk cId="960259734" sldId="2147483854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12.797" v="31"/>
          <pc:sldLayoutMkLst>
            <pc:docMk/>
            <pc:sldMasterMk cId="2709013508" sldId="2147483845"/>
            <pc:sldLayoutMk cId="283036018" sldId="2147483855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12.797" v="31"/>
          <pc:sldLayoutMkLst>
            <pc:docMk/>
            <pc:sldMasterMk cId="2709013508" sldId="2147483845"/>
            <pc:sldLayoutMk cId="4041692052" sldId="2147483856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12.797" v="31"/>
          <pc:sldLayoutMkLst>
            <pc:docMk/>
            <pc:sldMasterMk cId="2709013508" sldId="2147483845"/>
            <pc:sldLayoutMk cId="919074655" sldId="2147483857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12.797" v="31"/>
          <pc:sldLayoutMkLst>
            <pc:docMk/>
            <pc:sldMasterMk cId="2709013508" sldId="2147483845"/>
            <pc:sldLayoutMk cId="3530528649" sldId="2147483858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12.797" v="31"/>
          <pc:sldLayoutMkLst>
            <pc:docMk/>
            <pc:sldMasterMk cId="2709013508" sldId="2147483845"/>
            <pc:sldLayoutMk cId="722140633" sldId="2147483859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12.797" v="31"/>
          <pc:sldLayoutMkLst>
            <pc:docMk/>
            <pc:sldMasterMk cId="2709013508" sldId="2147483845"/>
            <pc:sldLayoutMk cId="2062737064" sldId="2147483860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12.797" v="31"/>
          <pc:sldLayoutMkLst>
            <pc:docMk/>
            <pc:sldMasterMk cId="2709013508" sldId="2147483845"/>
            <pc:sldLayoutMk cId="923366679" sldId="2147483861"/>
          </pc:sldLayoutMkLst>
        </pc:sldLayoutChg>
      </pc:sldMasterChg>
      <pc:sldMasterChg chg="add del addSldLayout delSldLayout modSldLayout">
        <pc:chgData name="Robledo, Kayla" userId="S::kayla.robledo@cuanschutz.edu::6eb23104-6d90-4085-b81a-901d881bfb4e" providerId="AD" clId="Web-{A7CA2AE1-E782-CEC8-9A16-0F4AAE7E6921}" dt="2026-04-21T02:56:15.562" v="32"/>
        <pc:sldMasterMkLst>
          <pc:docMk/>
          <pc:sldMasterMk cId="11063523" sldId="2147483862"/>
        </pc:sldMasterMkLst>
        <pc:sldLayoutChg chg="add del mod replId">
          <pc:chgData name="Robledo, Kayla" userId="S::kayla.robledo@cuanschutz.edu::6eb23104-6d90-4085-b81a-901d881bfb4e" providerId="AD" clId="Web-{A7CA2AE1-E782-CEC8-9A16-0F4AAE7E6921}" dt="2026-04-21T02:56:15.562" v="32"/>
          <pc:sldLayoutMkLst>
            <pc:docMk/>
            <pc:sldMasterMk cId="11063523" sldId="2147483862"/>
            <pc:sldLayoutMk cId="4001054603" sldId="2147483863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15.562" v="32"/>
          <pc:sldLayoutMkLst>
            <pc:docMk/>
            <pc:sldMasterMk cId="11063523" sldId="2147483862"/>
            <pc:sldLayoutMk cId="1581891828" sldId="2147483864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15.562" v="32"/>
          <pc:sldLayoutMkLst>
            <pc:docMk/>
            <pc:sldMasterMk cId="11063523" sldId="2147483862"/>
            <pc:sldLayoutMk cId="2436028929" sldId="2147483865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15.562" v="32"/>
          <pc:sldLayoutMkLst>
            <pc:docMk/>
            <pc:sldMasterMk cId="11063523" sldId="2147483862"/>
            <pc:sldLayoutMk cId="2430677615" sldId="2147483866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15.562" v="32"/>
          <pc:sldLayoutMkLst>
            <pc:docMk/>
            <pc:sldMasterMk cId="11063523" sldId="2147483862"/>
            <pc:sldLayoutMk cId="261864777" sldId="2147483867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15.562" v="32"/>
          <pc:sldLayoutMkLst>
            <pc:docMk/>
            <pc:sldMasterMk cId="11063523" sldId="2147483862"/>
            <pc:sldLayoutMk cId="1623019120" sldId="2147483868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15.562" v="32"/>
          <pc:sldLayoutMkLst>
            <pc:docMk/>
            <pc:sldMasterMk cId="11063523" sldId="2147483862"/>
            <pc:sldLayoutMk cId="2668461811" sldId="2147483869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15.562" v="32"/>
          <pc:sldLayoutMkLst>
            <pc:docMk/>
            <pc:sldMasterMk cId="11063523" sldId="2147483862"/>
            <pc:sldLayoutMk cId="1436137924" sldId="2147483870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15.562" v="32"/>
          <pc:sldLayoutMkLst>
            <pc:docMk/>
            <pc:sldMasterMk cId="11063523" sldId="2147483862"/>
            <pc:sldLayoutMk cId="2244897894" sldId="2147483871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15.562" v="32"/>
          <pc:sldLayoutMkLst>
            <pc:docMk/>
            <pc:sldMasterMk cId="11063523" sldId="2147483862"/>
            <pc:sldLayoutMk cId="4041383479" sldId="2147483872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15.562" v="32"/>
          <pc:sldLayoutMkLst>
            <pc:docMk/>
            <pc:sldMasterMk cId="11063523" sldId="2147483862"/>
            <pc:sldLayoutMk cId="1779144222" sldId="2147483873"/>
          </pc:sldLayoutMkLst>
        </pc:sldLayoutChg>
      </pc:sldMasterChg>
      <pc:sldMasterChg chg="add del addSldLayout delSldLayout modSldLayout">
        <pc:chgData name="Robledo, Kayla" userId="S::kayla.robledo@cuanschutz.edu::6eb23104-6d90-4085-b81a-901d881bfb4e" providerId="AD" clId="Web-{A7CA2AE1-E782-CEC8-9A16-0F4AAE7E6921}" dt="2026-04-21T02:56:19.469" v="33"/>
        <pc:sldMasterMkLst>
          <pc:docMk/>
          <pc:sldMasterMk cId="989822729" sldId="2147483874"/>
        </pc:sldMasterMkLst>
        <pc:sldLayoutChg chg="add del mod replId">
          <pc:chgData name="Robledo, Kayla" userId="S::kayla.robledo@cuanschutz.edu::6eb23104-6d90-4085-b81a-901d881bfb4e" providerId="AD" clId="Web-{A7CA2AE1-E782-CEC8-9A16-0F4AAE7E6921}" dt="2026-04-21T02:56:19.469" v="33"/>
          <pc:sldLayoutMkLst>
            <pc:docMk/>
            <pc:sldMasterMk cId="989822729" sldId="2147483874"/>
            <pc:sldLayoutMk cId="987304222" sldId="2147483875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19.469" v="33"/>
          <pc:sldLayoutMkLst>
            <pc:docMk/>
            <pc:sldMasterMk cId="989822729" sldId="2147483874"/>
            <pc:sldLayoutMk cId="152990739" sldId="2147483876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19.469" v="33"/>
          <pc:sldLayoutMkLst>
            <pc:docMk/>
            <pc:sldMasterMk cId="989822729" sldId="2147483874"/>
            <pc:sldLayoutMk cId="1893338441" sldId="2147483877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19.469" v="33"/>
          <pc:sldLayoutMkLst>
            <pc:docMk/>
            <pc:sldMasterMk cId="989822729" sldId="2147483874"/>
            <pc:sldLayoutMk cId="1756112109" sldId="2147483878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19.469" v="33"/>
          <pc:sldLayoutMkLst>
            <pc:docMk/>
            <pc:sldMasterMk cId="989822729" sldId="2147483874"/>
            <pc:sldLayoutMk cId="2397768164" sldId="2147483879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19.469" v="33"/>
          <pc:sldLayoutMkLst>
            <pc:docMk/>
            <pc:sldMasterMk cId="989822729" sldId="2147483874"/>
            <pc:sldLayoutMk cId="3837848673" sldId="2147483880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19.469" v="33"/>
          <pc:sldLayoutMkLst>
            <pc:docMk/>
            <pc:sldMasterMk cId="989822729" sldId="2147483874"/>
            <pc:sldLayoutMk cId="3169221306" sldId="2147483881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19.469" v="33"/>
          <pc:sldLayoutMkLst>
            <pc:docMk/>
            <pc:sldMasterMk cId="989822729" sldId="2147483874"/>
            <pc:sldLayoutMk cId="4116280654" sldId="2147483882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19.469" v="33"/>
          <pc:sldLayoutMkLst>
            <pc:docMk/>
            <pc:sldMasterMk cId="989822729" sldId="2147483874"/>
            <pc:sldLayoutMk cId="618284272" sldId="2147483883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19.469" v="33"/>
          <pc:sldLayoutMkLst>
            <pc:docMk/>
            <pc:sldMasterMk cId="989822729" sldId="2147483874"/>
            <pc:sldLayoutMk cId="136020510" sldId="2147483884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19.469" v="33"/>
          <pc:sldLayoutMkLst>
            <pc:docMk/>
            <pc:sldMasterMk cId="989822729" sldId="2147483874"/>
            <pc:sldLayoutMk cId="2742299800" sldId="2147483885"/>
          </pc:sldLayoutMkLst>
        </pc:sldLayoutChg>
      </pc:sldMasterChg>
      <pc:sldMasterChg chg="add del addSldLayout delSldLayout modSldLayout">
        <pc:chgData name="Robledo, Kayla" userId="S::kayla.robledo@cuanschutz.edu::6eb23104-6d90-4085-b81a-901d881bfb4e" providerId="AD" clId="Web-{A7CA2AE1-E782-CEC8-9A16-0F4AAE7E6921}" dt="2026-04-21T02:56:25.500" v="34"/>
        <pc:sldMasterMkLst>
          <pc:docMk/>
          <pc:sldMasterMk cId="2172008509" sldId="2147483886"/>
        </pc:sldMasterMkLst>
        <pc:sldLayoutChg chg="add del mod replId">
          <pc:chgData name="Robledo, Kayla" userId="S::kayla.robledo@cuanschutz.edu::6eb23104-6d90-4085-b81a-901d881bfb4e" providerId="AD" clId="Web-{A7CA2AE1-E782-CEC8-9A16-0F4AAE7E6921}" dt="2026-04-21T02:56:25.500" v="34"/>
          <pc:sldLayoutMkLst>
            <pc:docMk/>
            <pc:sldMasterMk cId="2172008509" sldId="2147483886"/>
            <pc:sldLayoutMk cId="1136999035" sldId="2147483887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25.500" v="34"/>
          <pc:sldLayoutMkLst>
            <pc:docMk/>
            <pc:sldMasterMk cId="2172008509" sldId="2147483886"/>
            <pc:sldLayoutMk cId="309044070" sldId="2147483888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25.500" v="34"/>
          <pc:sldLayoutMkLst>
            <pc:docMk/>
            <pc:sldMasterMk cId="2172008509" sldId="2147483886"/>
            <pc:sldLayoutMk cId="2479601682" sldId="2147483889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25.500" v="34"/>
          <pc:sldLayoutMkLst>
            <pc:docMk/>
            <pc:sldMasterMk cId="2172008509" sldId="2147483886"/>
            <pc:sldLayoutMk cId="1280945570" sldId="2147483890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25.500" v="34"/>
          <pc:sldLayoutMkLst>
            <pc:docMk/>
            <pc:sldMasterMk cId="2172008509" sldId="2147483886"/>
            <pc:sldLayoutMk cId="1501097439" sldId="2147483891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25.500" v="34"/>
          <pc:sldLayoutMkLst>
            <pc:docMk/>
            <pc:sldMasterMk cId="2172008509" sldId="2147483886"/>
            <pc:sldLayoutMk cId="3936968510" sldId="2147483892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25.500" v="34"/>
          <pc:sldLayoutMkLst>
            <pc:docMk/>
            <pc:sldMasterMk cId="2172008509" sldId="2147483886"/>
            <pc:sldLayoutMk cId="3833644799" sldId="2147483893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25.500" v="34"/>
          <pc:sldLayoutMkLst>
            <pc:docMk/>
            <pc:sldMasterMk cId="2172008509" sldId="2147483886"/>
            <pc:sldLayoutMk cId="2063161783" sldId="2147483894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25.500" v="34"/>
          <pc:sldLayoutMkLst>
            <pc:docMk/>
            <pc:sldMasterMk cId="2172008509" sldId="2147483886"/>
            <pc:sldLayoutMk cId="4106534912" sldId="2147483895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25.500" v="34"/>
          <pc:sldLayoutMkLst>
            <pc:docMk/>
            <pc:sldMasterMk cId="2172008509" sldId="2147483886"/>
            <pc:sldLayoutMk cId="2744138098" sldId="2147483896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25.500" v="34"/>
          <pc:sldLayoutMkLst>
            <pc:docMk/>
            <pc:sldMasterMk cId="2172008509" sldId="2147483886"/>
            <pc:sldLayoutMk cId="3173894067" sldId="2147483897"/>
          </pc:sldLayoutMkLst>
        </pc:sldLayoutChg>
      </pc:sldMasterChg>
      <pc:sldMasterChg chg="add del addSldLayout delSldLayout modSldLayout">
        <pc:chgData name="Robledo, Kayla" userId="S::kayla.robledo@cuanschutz.edu::6eb23104-6d90-4085-b81a-901d881bfb4e" providerId="AD" clId="Web-{A7CA2AE1-E782-CEC8-9A16-0F4AAE7E6921}" dt="2026-04-21T02:56:30.531" v="35"/>
        <pc:sldMasterMkLst>
          <pc:docMk/>
          <pc:sldMasterMk cId="491449711" sldId="2147483898"/>
        </pc:sldMasterMkLst>
        <pc:sldLayoutChg chg="add del mod replId">
          <pc:chgData name="Robledo, Kayla" userId="S::kayla.robledo@cuanschutz.edu::6eb23104-6d90-4085-b81a-901d881bfb4e" providerId="AD" clId="Web-{A7CA2AE1-E782-CEC8-9A16-0F4AAE7E6921}" dt="2026-04-21T02:56:30.531" v="35"/>
          <pc:sldLayoutMkLst>
            <pc:docMk/>
            <pc:sldMasterMk cId="491449711" sldId="2147483898"/>
            <pc:sldLayoutMk cId="2194946731" sldId="2147483899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30.531" v="35"/>
          <pc:sldLayoutMkLst>
            <pc:docMk/>
            <pc:sldMasterMk cId="491449711" sldId="2147483898"/>
            <pc:sldLayoutMk cId="1595356890" sldId="2147483900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30.531" v="35"/>
          <pc:sldLayoutMkLst>
            <pc:docMk/>
            <pc:sldMasterMk cId="491449711" sldId="2147483898"/>
            <pc:sldLayoutMk cId="1326856823" sldId="2147483901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30.531" v="35"/>
          <pc:sldLayoutMkLst>
            <pc:docMk/>
            <pc:sldMasterMk cId="491449711" sldId="2147483898"/>
            <pc:sldLayoutMk cId="518055677" sldId="2147483902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30.531" v="35"/>
          <pc:sldLayoutMkLst>
            <pc:docMk/>
            <pc:sldMasterMk cId="491449711" sldId="2147483898"/>
            <pc:sldLayoutMk cId="3086861898" sldId="2147483903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30.531" v="35"/>
          <pc:sldLayoutMkLst>
            <pc:docMk/>
            <pc:sldMasterMk cId="491449711" sldId="2147483898"/>
            <pc:sldLayoutMk cId="656648062" sldId="2147483904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30.531" v="35"/>
          <pc:sldLayoutMkLst>
            <pc:docMk/>
            <pc:sldMasterMk cId="491449711" sldId="2147483898"/>
            <pc:sldLayoutMk cId="1510135081" sldId="2147483905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30.531" v="35"/>
          <pc:sldLayoutMkLst>
            <pc:docMk/>
            <pc:sldMasterMk cId="491449711" sldId="2147483898"/>
            <pc:sldLayoutMk cId="1369410905" sldId="2147483906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30.531" v="35"/>
          <pc:sldLayoutMkLst>
            <pc:docMk/>
            <pc:sldMasterMk cId="491449711" sldId="2147483898"/>
            <pc:sldLayoutMk cId="4292215355" sldId="2147483907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30.531" v="35"/>
          <pc:sldLayoutMkLst>
            <pc:docMk/>
            <pc:sldMasterMk cId="491449711" sldId="2147483898"/>
            <pc:sldLayoutMk cId="4781497" sldId="2147483908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30.531" v="35"/>
          <pc:sldLayoutMkLst>
            <pc:docMk/>
            <pc:sldMasterMk cId="491449711" sldId="2147483898"/>
            <pc:sldLayoutMk cId="3880349466" sldId="2147483909"/>
          </pc:sldLayoutMkLst>
        </pc:sldLayoutChg>
      </pc:sldMasterChg>
      <pc:sldMasterChg chg="add del addSldLayout delSldLayout modSldLayout">
        <pc:chgData name="Robledo, Kayla" userId="S::kayla.robledo@cuanschutz.edu::6eb23104-6d90-4085-b81a-901d881bfb4e" providerId="AD" clId="Web-{A7CA2AE1-E782-CEC8-9A16-0F4AAE7E6921}" dt="2026-04-21T02:56:33.547" v="36"/>
        <pc:sldMasterMkLst>
          <pc:docMk/>
          <pc:sldMasterMk cId="1313959515" sldId="2147483910"/>
        </pc:sldMasterMkLst>
        <pc:sldLayoutChg chg="add del mod replId">
          <pc:chgData name="Robledo, Kayla" userId="S::kayla.robledo@cuanschutz.edu::6eb23104-6d90-4085-b81a-901d881bfb4e" providerId="AD" clId="Web-{A7CA2AE1-E782-CEC8-9A16-0F4AAE7E6921}" dt="2026-04-21T02:56:33.547" v="36"/>
          <pc:sldLayoutMkLst>
            <pc:docMk/>
            <pc:sldMasterMk cId="1313959515" sldId="2147483910"/>
            <pc:sldLayoutMk cId="1438985871" sldId="2147483911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33.547" v="36"/>
          <pc:sldLayoutMkLst>
            <pc:docMk/>
            <pc:sldMasterMk cId="1313959515" sldId="2147483910"/>
            <pc:sldLayoutMk cId="3094469998" sldId="2147483912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33.547" v="36"/>
          <pc:sldLayoutMkLst>
            <pc:docMk/>
            <pc:sldMasterMk cId="1313959515" sldId="2147483910"/>
            <pc:sldLayoutMk cId="289642757" sldId="2147483913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33.547" v="36"/>
          <pc:sldLayoutMkLst>
            <pc:docMk/>
            <pc:sldMasterMk cId="1313959515" sldId="2147483910"/>
            <pc:sldLayoutMk cId="4163223568" sldId="2147483914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33.547" v="36"/>
          <pc:sldLayoutMkLst>
            <pc:docMk/>
            <pc:sldMasterMk cId="1313959515" sldId="2147483910"/>
            <pc:sldLayoutMk cId="685900446" sldId="2147483915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33.547" v="36"/>
          <pc:sldLayoutMkLst>
            <pc:docMk/>
            <pc:sldMasterMk cId="1313959515" sldId="2147483910"/>
            <pc:sldLayoutMk cId="3737854760" sldId="2147483916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33.547" v="36"/>
          <pc:sldLayoutMkLst>
            <pc:docMk/>
            <pc:sldMasterMk cId="1313959515" sldId="2147483910"/>
            <pc:sldLayoutMk cId="3689928012" sldId="2147483917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33.547" v="36"/>
          <pc:sldLayoutMkLst>
            <pc:docMk/>
            <pc:sldMasterMk cId="1313959515" sldId="2147483910"/>
            <pc:sldLayoutMk cId="3974874941" sldId="2147483918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33.547" v="36"/>
          <pc:sldLayoutMkLst>
            <pc:docMk/>
            <pc:sldMasterMk cId="1313959515" sldId="2147483910"/>
            <pc:sldLayoutMk cId="920573735" sldId="2147483919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33.547" v="36"/>
          <pc:sldLayoutMkLst>
            <pc:docMk/>
            <pc:sldMasterMk cId="1313959515" sldId="2147483910"/>
            <pc:sldLayoutMk cId="2865193780" sldId="2147483920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33.547" v="36"/>
          <pc:sldLayoutMkLst>
            <pc:docMk/>
            <pc:sldMasterMk cId="1313959515" sldId="2147483910"/>
            <pc:sldLayoutMk cId="1670822248" sldId="2147483921"/>
          </pc:sldLayoutMkLst>
        </pc:sldLayoutChg>
      </pc:sldMasterChg>
      <pc:sldMasterChg chg="add del addSldLayout delSldLayout modSldLayout">
        <pc:chgData name="Robledo, Kayla" userId="S::kayla.robledo@cuanschutz.edu::6eb23104-6d90-4085-b81a-901d881bfb4e" providerId="AD" clId="Web-{A7CA2AE1-E782-CEC8-9A16-0F4AAE7E6921}" dt="2026-04-21T02:56:36" v="37"/>
        <pc:sldMasterMkLst>
          <pc:docMk/>
          <pc:sldMasterMk cId="2049242147" sldId="2147483922"/>
        </pc:sldMasterMkLst>
        <pc:sldLayoutChg chg="add del mod replId">
          <pc:chgData name="Robledo, Kayla" userId="S::kayla.robledo@cuanschutz.edu::6eb23104-6d90-4085-b81a-901d881bfb4e" providerId="AD" clId="Web-{A7CA2AE1-E782-CEC8-9A16-0F4AAE7E6921}" dt="2026-04-21T02:56:36" v="37"/>
          <pc:sldLayoutMkLst>
            <pc:docMk/>
            <pc:sldMasterMk cId="2049242147" sldId="2147483922"/>
            <pc:sldLayoutMk cId="438084290" sldId="2147483923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36" v="37"/>
          <pc:sldLayoutMkLst>
            <pc:docMk/>
            <pc:sldMasterMk cId="2049242147" sldId="2147483922"/>
            <pc:sldLayoutMk cId="3487756440" sldId="2147483924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36" v="37"/>
          <pc:sldLayoutMkLst>
            <pc:docMk/>
            <pc:sldMasterMk cId="2049242147" sldId="2147483922"/>
            <pc:sldLayoutMk cId="1535617722" sldId="2147483925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36" v="37"/>
          <pc:sldLayoutMkLst>
            <pc:docMk/>
            <pc:sldMasterMk cId="2049242147" sldId="2147483922"/>
            <pc:sldLayoutMk cId="826970760" sldId="2147483926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36" v="37"/>
          <pc:sldLayoutMkLst>
            <pc:docMk/>
            <pc:sldMasterMk cId="2049242147" sldId="2147483922"/>
            <pc:sldLayoutMk cId="3976892476" sldId="2147483927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36" v="37"/>
          <pc:sldLayoutMkLst>
            <pc:docMk/>
            <pc:sldMasterMk cId="2049242147" sldId="2147483922"/>
            <pc:sldLayoutMk cId="4024808412" sldId="2147483928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36" v="37"/>
          <pc:sldLayoutMkLst>
            <pc:docMk/>
            <pc:sldMasterMk cId="2049242147" sldId="2147483922"/>
            <pc:sldLayoutMk cId="3710230536" sldId="2147483929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36" v="37"/>
          <pc:sldLayoutMkLst>
            <pc:docMk/>
            <pc:sldMasterMk cId="2049242147" sldId="2147483922"/>
            <pc:sldLayoutMk cId="4170881025" sldId="2147483930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36" v="37"/>
          <pc:sldLayoutMkLst>
            <pc:docMk/>
            <pc:sldMasterMk cId="2049242147" sldId="2147483922"/>
            <pc:sldLayoutMk cId="2877798284" sldId="2147483931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36" v="37"/>
          <pc:sldLayoutMkLst>
            <pc:docMk/>
            <pc:sldMasterMk cId="2049242147" sldId="2147483922"/>
            <pc:sldLayoutMk cId="2785587814" sldId="2147483932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36" v="37"/>
          <pc:sldLayoutMkLst>
            <pc:docMk/>
            <pc:sldMasterMk cId="2049242147" sldId="2147483922"/>
            <pc:sldLayoutMk cId="1055038061" sldId="2147483933"/>
          </pc:sldLayoutMkLst>
        </pc:sldLayoutChg>
      </pc:sldMasterChg>
      <pc:sldMasterChg chg="add del addSldLayout delSldLayout modSldLayout">
        <pc:chgData name="Robledo, Kayla" userId="S::kayla.robledo@cuanschutz.edu::6eb23104-6d90-4085-b81a-901d881bfb4e" providerId="AD" clId="Web-{A7CA2AE1-E782-CEC8-9A16-0F4AAE7E6921}" dt="2026-04-21T02:56:38.125" v="38"/>
        <pc:sldMasterMkLst>
          <pc:docMk/>
          <pc:sldMasterMk cId="2091475391" sldId="2147483934"/>
        </pc:sldMasterMkLst>
        <pc:sldLayoutChg chg="add del mod replId">
          <pc:chgData name="Robledo, Kayla" userId="S::kayla.robledo@cuanschutz.edu::6eb23104-6d90-4085-b81a-901d881bfb4e" providerId="AD" clId="Web-{A7CA2AE1-E782-CEC8-9A16-0F4AAE7E6921}" dt="2026-04-21T02:56:38.125" v="38"/>
          <pc:sldLayoutMkLst>
            <pc:docMk/>
            <pc:sldMasterMk cId="2091475391" sldId="2147483934"/>
            <pc:sldLayoutMk cId="4262907237" sldId="2147483935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38.125" v="38"/>
          <pc:sldLayoutMkLst>
            <pc:docMk/>
            <pc:sldMasterMk cId="2091475391" sldId="2147483934"/>
            <pc:sldLayoutMk cId="1340645544" sldId="2147483936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38.125" v="38"/>
          <pc:sldLayoutMkLst>
            <pc:docMk/>
            <pc:sldMasterMk cId="2091475391" sldId="2147483934"/>
            <pc:sldLayoutMk cId="115896896" sldId="2147483937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38.125" v="38"/>
          <pc:sldLayoutMkLst>
            <pc:docMk/>
            <pc:sldMasterMk cId="2091475391" sldId="2147483934"/>
            <pc:sldLayoutMk cId="1479204251" sldId="2147483938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38.125" v="38"/>
          <pc:sldLayoutMkLst>
            <pc:docMk/>
            <pc:sldMasterMk cId="2091475391" sldId="2147483934"/>
            <pc:sldLayoutMk cId="1709653099" sldId="2147483939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38.125" v="38"/>
          <pc:sldLayoutMkLst>
            <pc:docMk/>
            <pc:sldMasterMk cId="2091475391" sldId="2147483934"/>
            <pc:sldLayoutMk cId="1020716110" sldId="2147483940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38.125" v="38"/>
          <pc:sldLayoutMkLst>
            <pc:docMk/>
            <pc:sldMasterMk cId="2091475391" sldId="2147483934"/>
            <pc:sldLayoutMk cId="3560712200" sldId="2147483941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38.125" v="38"/>
          <pc:sldLayoutMkLst>
            <pc:docMk/>
            <pc:sldMasterMk cId="2091475391" sldId="2147483934"/>
            <pc:sldLayoutMk cId="3659790753" sldId="2147483942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38.125" v="38"/>
          <pc:sldLayoutMkLst>
            <pc:docMk/>
            <pc:sldMasterMk cId="2091475391" sldId="2147483934"/>
            <pc:sldLayoutMk cId="2262787065" sldId="2147483943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38.125" v="38"/>
          <pc:sldLayoutMkLst>
            <pc:docMk/>
            <pc:sldMasterMk cId="2091475391" sldId="2147483934"/>
            <pc:sldLayoutMk cId="355242760" sldId="2147483944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38.125" v="38"/>
          <pc:sldLayoutMkLst>
            <pc:docMk/>
            <pc:sldMasterMk cId="2091475391" sldId="2147483934"/>
            <pc:sldLayoutMk cId="3252520756" sldId="2147483945"/>
          </pc:sldLayoutMkLst>
        </pc:sldLayoutChg>
      </pc:sldMasterChg>
      <pc:sldMasterChg chg="add del addSldLayout delSldLayout modSldLayout">
        <pc:chgData name="Robledo, Kayla" userId="S::kayla.robledo@cuanschutz.edu::6eb23104-6d90-4085-b81a-901d881bfb4e" providerId="AD" clId="Web-{A7CA2AE1-E782-CEC8-9A16-0F4AAE7E6921}" dt="2026-04-21T02:56:43.844" v="39"/>
        <pc:sldMasterMkLst>
          <pc:docMk/>
          <pc:sldMasterMk cId="1006739089" sldId="2147483946"/>
        </pc:sldMasterMkLst>
        <pc:sldLayoutChg chg="add del mod replId">
          <pc:chgData name="Robledo, Kayla" userId="S::kayla.robledo@cuanschutz.edu::6eb23104-6d90-4085-b81a-901d881bfb4e" providerId="AD" clId="Web-{A7CA2AE1-E782-CEC8-9A16-0F4AAE7E6921}" dt="2026-04-21T02:56:43.844" v="39"/>
          <pc:sldLayoutMkLst>
            <pc:docMk/>
            <pc:sldMasterMk cId="1006739089" sldId="2147483946"/>
            <pc:sldLayoutMk cId="890048223" sldId="2147483947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43.844" v="39"/>
          <pc:sldLayoutMkLst>
            <pc:docMk/>
            <pc:sldMasterMk cId="1006739089" sldId="2147483946"/>
            <pc:sldLayoutMk cId="3727789802" sldId="2147483948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43.844" v="39"/>
          <pc:sldLayoutMkLst>
            <pc:docMk/>
            <pc:sldMasterMk cId="1006739089" sldId="2147483946"/>
            <pc:sldLayoutMk cId="3557581206" sldId="2147483949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43.844" v="39"/>
          <pc:sldLayoutMkLst>
            <pc:docMk/>
            <pc:sldMasterMk cId="1006739089" sldId="2147483946"/>
            <pc:sldLayoutMk cId="1392406694" sldId="2147483950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43.844" v="39"/>
          <pc:sldLayoutMkLst>
            <pc:docMk/>
            <pc:sldMasterMk cId="1006739089" sldId="2147483946"/>
            <pc:sldLayoutMk cId="1807097028" sldId="2147483951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43.844" v="39"/>
          <pc:sldLayoutMkLst>
            <pc:docMk/>
            <pc:sldMasterMk cId="1006739089" sldId="2147483946"/>
            <pc:sldLayoutMk cId="1212448190" sldId="2147483952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43.844" v="39"/>
          <pc:sldLayoutMkLst>
            <pc:docMk/>
            <pc:sldMasterMk cId="1006739089" sldId="2147483946"/>
            <pc:sldLayoutMk cId="1609375580" sldId="2147483953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43.844" v="39"/>
          <pc:sldLayoutMkLst>
            <pc:docMk/>
            <pc:sldMasterMk cId="1006739089" sldId="2147483946"/>
            <pc:sldLayoutMk cId="2216868452" sldId="2147483954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43.844" v="39"/>
          <pc:sldLayoutMkLst>
            <pc:docMk/>
            <pc:sldMasterMk cId="1006739089" sldId="2147483946"/>
            <pc:sldLayoutMk cId="1486389984" sldId="2147483955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43.844" v="39"/>
          <pc:sldLayoutMkLst>
            <pc:docMk/>
            <pc:sldMasterMk cId="1006739089" sldId="2147483946"/>
            <pc:sldLayoutMk cId="3803070060" sldId="2147483956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2:56:43.844" v="39"/>
          <pc:sldLayoutMkLst>
            <pc:docMk/>
            <pc:sldMasterMk cId="1006739089" sldId="2147483946"/>
            <pc:sldLayoutMk cId="1941329992" sldId="2147483957"/>
          </pc:sldLayoutMkLst>
        </pc:sldLayoutChg>
      </pc:sldMasterChg>
      <pc:sldMasterChg chg="add del addSldLayout delSldLayout modSldLayout">
        <pc:chgData name="Robledo, Kayla" userId="S::kayla.robledo@cuanschutz.edu::6eb23104-6d90-4085-b81a-901d881bfb4e" providerId="AD" clId="Web-{A7CA2AE1-E782-CEC8-9A16-0F4AAE7E6921}" dt="2026-04-21T03:09:13.858" v="174"/>
        <pc:sldMasterMkLst>
          <pc:docMk/>
          <pc:sldMasterMk cId="1553000783" sldId="2147483958"/>
        </pc:sldMasterMkLst>
        <pc:sldLayoutChg chg="add del mod replId">
          <pc:chgData name="Robledo, Kayla" userId="S::kayla.robledo@cuanschutz.edu::6eb23104-6d90-4085-b81a-901d881bfb4e" providerId="AD" clId="Web-{A7CA2AE1-E782-CEC8-9A16-0F4AAE7E6921}" dt="2026-04-21T03:09:13.858" v="174"/>
          <pc:sldLayoutMkLst>
            <pc:docMk/>
            <pc:sldMasterMk cId="1553000783" sldId="2147483958"/>
            <pc:sldLayoutMk cId="592504202" sldId="2147483959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09:13.858" v="174"/>
          <pc:sldLayoutMkLst>
            <pc:docMk/>
            <pc:sldMasterMk cId="1553000783" sldId="2147483958"/>
            <pc:sldLayoutMk cId="3500941867" sldId="2147483960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09:13.858" v="174"/>
          <pc:sldLayoutMkLst>
            <pc:docMk/>
            <pc:sldMasterMk cId="1553000783" sldId="2147483958"/>
            <pc:sldLayoutMk cId="3546638123" sldId="2147483961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09:13.858" v="174"/>
          <pc:sldLayoutMkLst>
            <pc:docMk/>
            <pc:sldMasterMk cId="1553000783" sldId="2147483958"/>
            <pc:sldLayoutMk cId="1697714472" sldId="2147483962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09:13.858" v="174"/>
          <pc:sldLayoutMkLst>
            <pc:docMk/>
            <pc:sldMasterMk cId="1553000783" sldId="2147483958"/>
            <pc:sldLayoutMk cId="3548186280" sldId="2147483963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09:13.858" v="174"/>
          <pc:sldLayoutMkLst>
            <pc:docMk/>
            <pc:sldMasterMk cId="1553000783" sldId="2147483958"/>
            <pc:sldLayoutMk cId="462237794" sldId="2147483964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09:13.858" v="174"/>
          <pc:sldLayoutMkLst>
            <pc:docMk/>
            <pc:sldMasterMk cId="1553000783" sldId="2147483958"/>
            <pc:sldLayoutMk cId="188275015" sldId="2147483965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09:13.858" v="174"/>
          <pc:sldLayoutMkLst>
            <pc:docMk/>
            <pc:sldMasterMk cId="1553000783" sldId="2147483958"/>
            <pc:sldLayoutMk cId="4018546290" sldId="2147483966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09:13.858" v="174"/>
          <pc:sldLayoutMkLst>
            <pc:docMk/>
            <pc:sldMasterMk cId="1553000783" sldId="2147483958"/>
            <pc:sldLayoutMk cId="3297411715" sldId="2147483967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09:13.858" v="174"/>
          <pc:sldLayoutMkLst>
            <pc:docMk/>
            <pc:sldMasterMk cId="1553000783" sldId="2147483958"/>
            <pc:sldLayoutMk cId="3770950152" sldId="2147483968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09:13.858" v="174"/>
          <pc:sldLayoutMkLst>
            <pc:docMk/>
            <pc:sldMasterMk cId="1553000783" sldId="2147483958"/>
            <pc:sldLayoutMk cId="4203610031" sldId="2147483969"/>
          </pc:sldLayoutMkLst>
        </pc:sldLayoutChg>
      </pc:sldMasterChg>
      <pc:sldMasterChg chg="add del addSldLayout delSldLayout modSldLayout">
        <pc:chgData name="Robledo, Kayla" userId="S::kayla.robledo@cuanschutz.edu::6eb23104-6d90-4085-b81a-901d881bfb4e" providerId="AD" clId="Web-{A7CA2AE1-E782-CEC8-9A16-0F4AAE7E6921}" dt="2026-04-21T03:09:21.561" v="175"/>
        <pc:sldMasterMkLst>
          <pc:docMk/>
          <pc:sldMasterMk cId="1384435912" sldId="2147483970"/>
        </pc:sldMasterMkLst>
        <pc:sldLayoutChg chg="add del mod replId">
          <pc:chgData name="Robledo, Kayla" userId="S::kayla.robledo@cuanschutz.edu::6eb23104-6d90-4085-b81a-901d881bfb4e" providerId="AD" clId="Web-{A7CA2AE1-E782-CEC8-9A16-0F4AAE7E6921}" dt="2026-04-21T03:09:21.561" v="175"/>
          <pc:sldLayoutMkLst>
            <pc:docMk/>
            <pc:sldMasterMk cId="1384435912" sldId="2147483970"/>
            <pc:sldLayoutMk cId="2850216110" sldId="2147483971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09:21.561" v="175"/>
          <pc:sldLayoutMkLst>
            <pc:docMk/>
            <pc:sldMasterMk cId="1384435912" sldId="2147483970"/>
            <pc:sldLayoutMk cId="4008760708" sldId="2147483972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09:21.561" v="175"/>
          <pc:sldLayoutMkLst>
            <pc:docMk/>
            <pc:sldMasterMk cId="1384435912" sldId="2147483970"/>
            <pc:sldLayoutMk cId="2135461192" sldId="2147483973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09:21.561" v="175"/>
          <pc:sldLayoutMkLst>
            <pc:docMk/>
            <pc:sldMasterMk cId="1384435912" sldId="2147483970"/>
            <pc:sldLayoutMk cId="1571982543" sldId="2147483974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09:21.561" v="175"/>
          <pc:sldLayoutMkLst>
            <pc:docMk/>
            <pc:sldMasterMk cId="1384435912" sldId="2147483970"/>
            <pc:sldLayoutMk cId="1548478361" sldId="2147483975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09:21.561" v="175"/>
          <pc:sldLayoutMkLst>
            <pc:docMk/>
            <pc:sldMasterMk cId="1384435912" sldId="2147483970"/>
            <pc:sldLayoutMk cId="481770920" sldId="2147483976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09:21.561" v="175"/>
          <pc:sldLayoutMkLst>
            <pc:docMk/>
            <pc:sldMasterMk cId="1384435912" sldId="2147483970"/>
            <pc:sldLayoutMk cId="2914494810" sldId="2147483977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09:21.561" v="175"/>
          <pc:sldLayoutMkLst>
            <pc:docMk/>
            <pc:sldMasterMk cId="1384435912" sldId="2147483970"/>
            <pc:sldLayoutMk cId="3955034882" sldId="2147483978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09:21.561" v="175"/>
          <pc:sldLayoutMkLst>
            <pc:docMk/>
            <pc:sldMasterMk cId="1384435912" sldId="2147483970"/>
            <pc:sldLayoutMk cId="2047775054" sldId="2147483979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09:21.561" v="175"/>
          <pc:sldLayoutMkLst>
            <pc:docMk/>
            <pc:sldMasterMk cId="1384435912" sldId="2147483970"/>
            <pc:sldLayoutMk cId="3697001543" sldId="2147483980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09:21.561" v="175"/>
          <pc:sldLayoutMkLst>
            <pc:docMk/>
            <pc:sldMasterMk cId="1384435912" sldId="2147483970"/>
            <pc:sldLayoutMk cId="816174491" sldId="2147483981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09:21.561" v="175"/>
          <pc:sldLayoutMkLst>
            <pc:docMk/>
            <pc:sldMasterMk cId="1384435912" sldId="2147483970"/>
            <pc:sldLayoutMk cId="4010454136" sldId="2147483982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09:21.561" v="175"/>
          <pc:sldLayoutMkLst>
            <pc:docMk/>
            <pc:sldMasterMk cId="1384435912" sldId="2147483970"/>
            <pc:sldLayoutMk cId="2668122127" sldId="2147483983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09:21.561" v="175"/>
          <pc:sldLayoutMkLst>
            <pc:docMk/>
            <pc:sldMasterMk cId="1384435912" sldId="2147483970"/>
            <pc:sldLayoutMk cId="1478814258" sldId="2147483984"/>
          </pc:sldLayoutMkLst>
        </pc:sldLayoutChg>
      </pc:sldMasterChg>
      <pc:sldMasterChg chg="add del addSldLayout delSldLayout modSldLayout">
        <pc:chgData name="Robledo, Kayla" userId="S::kayla.robledo@cuanschutz.edu::6eb23104-6d90-4085-b81a-901d881bfb4e" providerId="AD" clId="Web-{A7CA2AE1-E782-CEC8-9A16-0F4AAE7E6921}" dt="2026-04-21T03:09:26.155" v="176"/>
        <pc:sldMasterMkLst>
          <pc:docMk/>
          <pc:sldMasterMk cId="3086583220" sldId="2147483985"/>
        </pc:sldMasterMkLst>
        <pc:sldLayoutChg chg="add del mod replId">
          <pc:chgData name="Robledo, Kayla" userId="S::kayla.robledo@cuanschutz.edu::6eb23104-6d90-4085-b81a-901d881bfb4e" providerId="AD" clId="Web-{A7CA2AE1-E782-CEC8-9A16-0F4AAE7E6921}" dt="2026-04-21T03:09:26.155" v="176"/>
          <pc:sldLayoutMkLst>
            <pc:docMk/>
            <pc:sldMasterMk cId="3086583220" sldId="2147483985"/>
            <pc:sldLayoutMk cId="3791835107" sldId="2147483986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09:26.155" v="176"/>
          <pc:sldLayoutMkLst>
            <pc:docMk/>
            <pc:sldMasterMk cId="3086583220" sldId="2147483985"/>
            <pc:sldLayoutMk cId="2662380990" sldId="2147483987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09:26.155" v="176"/>
          <pc:sldLayoutMkLst>
            <pc:docMk/>
            <pc:sldMasterMk cId="3086583220" sldId="2147483985"/>
            <pc:sldLayoutMk cId="4158046962" sldId="2147483988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09:26.155" v="176"/>
          <pc:sldLayoutMkLst>
            <pc:docMk/>
            <pc:sldMasterMk cId="3086583220" sldId="2147483985"/>
            <pc:sldLayoutMk cId="1441333267" sldId="2147483989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09:26.155" v="176"/>
          <pc:sldLayoutMkLst>
            <pc:docMk/>
            <pc:sldMasterMk cId="3086583220" sldId="2147483985"/>
            <pc:sldLayoutMk cId="318507320" sldId="2147483990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09:26.155" v="176"/>
          <pc:sldLayoutMkLst>
            <pc:docMk/>
            <pc:sldMasterMk cId="3086583220" sldId="2147483985"/>
            <pc:sldLayoutMk cId="2434109915" sldId="2147483991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09:26.155" v="176"/>
          <pc:sldLayoutMkLst>
            <pc:docMk/>
            <pc:sldMasterMk cId="3086583220" sldId="2147483985"/>
            <pc:sldLayoutMk cId="3870314008" sldId="2147483992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09:26.155" v="176"/>
          <pc:sldLayoutMkLst>
            <pc:docMk/>
            <pc:sldMasterMk cId="3086583220" sldId="2147483985"/>
            <pc:sldLayoutMk cId="2902938844" sldId="2147483993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09:26.155" v="176"/>
          <pc:sldLayoutMkLst>
            <pc:docMk/>
            <pc:sldMasterMk cId="3086583220" sldId="2147483985"/>
            <pc:sldLayoutMk cId="2362764600" sldId="2147483994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09:26.155" v="176"/>
          <pc:sldLayoutMkLst>
            <pc:docMk/>
            <pc:sldMasterMk cId="3086583220" sldId="2147483985"/>
            <pc:sldLayoutMk cId="3664494042" sldId="2147483995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09:26.155" v="176"/>
          <pc:sldLayoutMkLst>
            <pc:docMk/>
            <pc:sldMasterMk cId="3086583220" sldId="2147483985"/>
            <pc:sldLayoutMk cId="1152577897" sldId="2147483996"/>
          </pc:sldLayoutMkLst>
        </pc:sldLayoutChg>
      </pc:sldMasterChg>
      <pc:sldMasterChg chg="add del addSldLayout delSldLayout modSldLayout">
        <pc:chgData name="Robledo, Kayla" userId="S::kayla.robledo@cuanschutz.edu::6eb23104-6d90-4085-b81a-901d881bfb4e" providerId="AD" clId="Web-{A7CA2AE1-E782-CEC8-9A16-0F4AAE7E6921}" dt="2026-04-21T03:10:38.889" v="190"/>
        <pc:sldMasterMkLst>
          <pc:docMk/>
          <pc:sldMasterMk cId="1054071149" sldId="2147483997"/>
        </pc:sldMasterMkLst>
        <pc:sldLayoutChg chg="add del mod replId">
          <pc:chgData name="Robledo, Kayla" userId="S::kayla.robledo@cuanschutz.edu::6eb23104-6d90-4085-b81a-901d881bfb4e" providerId="AD" clId="Web-{A7CA2AE1-E782-CEC8-9A16-0F4AAE7E6921}" dt="2026-04-21T03:10:38.889" v="190"/>
          <pc:sldLayoutMkLst>
            <pc:docMk/>
            <pc:sldMasterMk cId="1054071149" sldId="2147483997"/>
            <pc:sldLayoutMk cId="3142024247" sldId="2147483998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0:38.889" v="190"/>
          <pc:sldLayoutMkLst>
            <pc:docMk/>
            <pc:sldMasterMk cId="1054071149" sldId="2147483997"/>
            <pc:sldLayoutMk cId="3411240944" sldId="2147483999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0:38.889" v="190"/>
          <pc:sldLayoutMkLst>
            <pc:docMk/>
            <pc:sldMasterMk cId="1054071149" sldId="2147483997"/>
            <pc:sldLayoutMk cId="3135315377" sldId="2147484000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0:38.889" v="190"/>
          <pc:sldLayoutMkLst>
            <pc:docMk/>
            <pc:sldMasterMk cId="1054071149" sldId="2147483997"/>
            <pc:sldLayoutMk cId="1924857223" sldId="2147484001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0:38.889" v="190"/>
          <pc:sldLayoutMkLst>
            <pc:docMk/>
            <pc:sldMasterMk cId="1054071149" sldId="2147483997"/>
            <pc:sldLayoutMk cId="1234269944" sldId="2147484002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0:38.889" v="190"/>
          <pc:sldLayoutMkLst>
            <pc:docMk/>
            <pc:sldMasterMk cId="1054071149" sldId="2147483997"/>
            <pc:sldLayoutMk cId="2471721258" sldId="2147484003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0:38.889" v="190"/>
          <pc:sldLayoutMkLst>
            <pc:docMk/>
            <pc:sldMasterMk cId="1054071149" sldId="2147483997"/>
            <pc:sldLayoutMk cId="1214521" sldId="2147484004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0:38.889" v="190"/>
          <pc:sldLayoutMkLst>
            <pc:docMk/>
            <pc:sldMasterMk cId="1054071149" sldId="2147483997"/>
            <pc:sldLayoutMk cId="4290431471" sldId="2147484005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0:38.889" v="190"/>
          <pc:sldLayoutMkLst>
            <pc:docMk/>
            <pc:sldMasterMk cId="1054071149" sldId="2147483997"/>
            <pc:sldLayoutMk cId="3648188462" sldId="2147484006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0:38.889" v="190"/>
          <pc:sldLayoutMkLst>
            <pc:docMk/>
            <pc:sldMasterMk cId="1054071149" sldId="2147483997"/>
            <pc:sldLayoutMk cId="637844904" sldId="2147484007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0:38.889" v="190"/>
          <pc:sldLayoutMkLst>
            <pc:docMk/>
            <pc:sldMasterMk cId="1054071149" sldId="2147483997"/>
            <pc:sldLayoutMk cId="2865249756" sldId="2147484008"/>
          </pc:sldLayoutMkLst>
        </pc:sldLayoutChg>
      </pc:sldMasterChg>
      <pc:sldMasterChg chg="add del addSldLayout delSldLayout modSldLayout">
        <pc:chgData name="Robledo, Kayla" userId="S::kayla.robledo@cuanschutz.edu::6eb23104-6d90-4085-b81a-901d881bfb4e" providerId="AD" clId="Web-{A7CA2AE1-E782-CEC8-9A16-0F4AAE7E6921}" dt="2026-04-21T03:10:51.811" v="191"/>
        <pc:sldMasterMkLst>
          <pc:docMk/>
          <pc:sldMasterMk cId="271132724" sldId="2147484009"/>
        </pc:sldMasterMkLst>
        <pc:sldLayoutChg chg="add del mod replId">
          <pc:chgData name="Robledo, Kayla" userId="S::kayla.robledo@cuanschutz.edu::6eb23104-6d90-4085-b81a-901d881bfb4e" providerId="AD" clId="Web-{A7CA2AE1-E782-CEC8-9A16-0F4AAE7E6921}" dt="2026-04-21T03:10:51.811" v="191"/>
          <pc:sldLayoutMkLst>
            <pc:docMk/>
            <pc:sldMasterMk cId="271132724" sldId="2147484009"/>
            <pc:sldLayoutMk cId="159339485" sldId="2147484010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0:51.811" v="191"/>
          <pc:sldLayoutMkLst>
            <pc:docMk/>
            <pc:sldMasterMk cId="271132724" sldId="2147484009"/>
            <pc:sldLayoutMk cId="3438539190" sldId="2147484011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0:51.811" v="191"/>
          <pc:sldLayoutMkLst>
            <pc:docMk/>
            <pc:sldMasterMk cId="271132724" sldId="2147484009"/>
            <pc:sldLayoutMk cId="3282390785" sldId="2147484012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0:51.811" v="191"/>
          <pc:sldLayoutMkLst>
            <pc:docMk/>
            <pc:sldMasterMk cId="271132724" sldId="2147484009"/>
            <pc:sldLayoutMk cId="4155896274" sldId="2147484013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0:51.811" v="191"/>
          <pc:sldLayoutMkLst>
            <pc:docMk/>
            <pc:sldMasterMk cId="271132724" sldId="2147484009"/>
            <pc:sldLayoutMk cId="3402482609" sldId="2147484014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0:51.811" v="191"/>
          <pc:sldLayoutMkLst>
            <pc:docMk/>
            <pc:sldMasterMk cId="271132724" sldId="2147484009"/>
            <pc:sldLayoutMk cId="3335503446" sldId="2147484015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0:51.811" v="191"/>
          <pc:sldLayoutMkLst>
            <pc:docMk/>
            <pc:sldMasterMk cId="271132724" sldId="2147484009"/>
            <pc:sldLayoutMk cId="3208259979" sldId="2147484016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0:51.811" v="191"/>
          <pc:sldLayoutMkLst>
            <pc:docMk/>
            <pc:sldMasterMk cId="271132724" sldId="2147484009"/>
            <pc:sldLayoutMk cId="1302716762" sldId="2147484017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0:51.811" v="191"/>
          <pc:sldLayoutMkLst>
            <pc:docMk/>
            <pc:sldMasterMk cId="271132724" sldId="2147484009"/>
            <pc:sldLayoutMk cId="3028116418" sldId="2147484018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0:51.811" v="191"/>
          <pc:sldLayoutMkLst>
            <pc:docMk/>
            <pc:sldMasterMk cId="271132724" sldId="2147484009"/>
            <pc:sldLayoutMk cId="1333211401" sldId="2147484019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0:51.811" v="191"/>
          <pc:sldLayoutMkLst>
            <pc:docMk/>
            <pc:sldMasterMk cId="271132724" sldId="2147484009"/>
            <pc:sldLayoutMk cId="3286557864" sldId="2147484020"/>
          </pc:sldLayoutMkLst>
        </pc:sldLayoutChg>
      </pc:sldMasterChg>
      <pc:sldMasterChg chg="add del addSldLayout delSldLayout modSldLayout">
        <pc:chgData name="Robledo, Kayla" userId="S::kayla.robledo@cuanschutz.edu::6eb23104-6d90-4085-b81a-901d881bfb4e" providerId="AD" clId="Web-{A7CA2AE1-E782-CEC8-9A16-0F4AAE7E6921}" dt="2026-04-21T03:11:19.124" v="193"/>
        <pc:sldMasterMkLst>
          <pc:docMk/>
          <pc:sldMasterMk cId="541771635" sldId="2147484021"/>
        </pc:sldMasterMkLst>
        <pc:sldLayoutChg chg="add del mod replId">
          <pc:chgData name="Robledo, Kayla" userId="S::kayla.robledo@cuanschutz.edu::6eb23104-6d90-4085-b81a-901d881bfb4e" providerId="AD" clId="Web-{A7CA2AE1-E782-CEC8-9A16-0F4AAE7E6921}" dt="2026-04-21T03:11:19.124" v="193"/>
          <pc:sldLayoutMkLst>
            <pc:docMk/>
            <pc:sldMasterMk cId="541771635" sldId="2147484021"/>
            <pc:sldLayoutMk cId="1411282786" sldId="2147484022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1:19.124" v="193"/>
          <pc:sldLayoutMkLst>
            <pc:docMk/>
            <pc:sldMasterMk cId="541771635" sldId="2147484021"/>
            <pc:sldLayoutMk cId="1704961830" sldId="2147484023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1:19.124" v="193"/>
          <pc:sldLayoutMkLst>
            <pc:docMk/>
            <pc:sldMasterMk cId="541771635" sldId="2147484021"/>
            <pc:sldLayoutMk cId="1091658410" sldId="2147484024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1:19.124" v="193"/>
          <pc:sldLayoutMkLst>
            <pc:docMk/>
            <pc:sldMasterMk cId="541771635" sldId="2147484021"/>
            <pc:sldLayoutMk cId="2201731113" sldId="2147484025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1:19.124" v="193"/>
          <pc:sldLayoutMkLst>
            <pc:docMk/>
            <pc:sldMasterMk cId="541771635" sldId="2147484021"/>
            <pc:sldLayoutMk cId="1899850959" sldId="2147484026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1:19.124" v="193"/>
          <pc:sldLayoutMkLst>
            <pc:docMk/>
            <pc:sldMasterMk cId="541771635" sldId="2147484021"/>
            <pc:sldLayoutMk cId="3545469268" sldId="2147484027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1:19.124" v="193"/>
          <pc:sldLayoutMkLst>
            <pc:docMk/>
            <pc:sldMasterMk cId="541771635" sldId="2147484021"/>
            <pc:sldLayoutMk cId="61387446" sldId="2147484028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1:19.124" v="193"/>
          <pc:sldLayoutMkLst>
            <pc:docMk/>
            <pc:sldMasterMk cId="541771635" sldId="2147484021"/>
            <pc:sldLayoutMk cId="294499689" sldId="2147484029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1:19.124" v="193"/>
          <pc:sldLayoutMkLst>
            <pc:docMk/>
            <pc:sldMasterMk cId="541771635" sldId="2147484021"/>
            <pc:sldLayoutMk cId="683725389" sldId="2147484030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1:19.124" v="193"/>
          <pc:sldLayoutMkLst>
            <pc:docMk/>
            <pc:sldMasterMk cId="541771635" sldId="2147484021"/>
            <pc:sldLayoutMk cId="890144866" sldId="2147484031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1:19.124" v="193"/>
          <pc:sldLayoutMkLst>
            <pc:docMk/>
            <pc:sldMasterMk cId="541771635" sldId="2147484021"/>
            <pc:sldLayoutMk cId="2170704369" sldId="2147484032"/>
          </pc:sldLayoutMkLst>
        </pc:sldLayoutChg>
      </pc:sldMasterChg>
      <pc:sldMasterChg chg="add del addSldLayout delSldLayout modSldLayout">
        <pc:chgData name="Robledo, Kayla" userId="S::kayla.robledo@cuanschutz.edu::6eb23104-6d90-4085-b81a-901d881bfb4e" providerId="AD" clId="Web-{A7CA2AE1-E782-CEC8-9A16-0F4AAE7E6921}" dt="2026-04-21T03:11:28.389" v="194"/>
        <pc:sldMasterMkLst>
          <pc:docMk/>
          <pc:sldMasterMk cId="3393972" sldId="2147484033"/>
        </pc:sldMasterMkLst>
        <pc:sldLayoutChg chg="add del mod replId">
          <pc:chgData name="Robledo, Kayla" userId="S::kayla.robledo@cuanschutz.edu::6eb23104-6d90-4085-b81a-901d881bfb4e" providerId="AD" clId="Web-{A7CA2AE1-E782-CEC8-9A16-0F4AAE7E6921}" dt="2026-04-21T03:11:28.389" v="194"/>
          <pc:sldLayoutMkLst>
            <pc:docMk/>
            <pc:sldMasterMk cId="3393972" sldId="2147484033"/>
            <pc:sldLayoutMk cId="1317142973" sldId="2147484034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1:28.389" v="194"/>
          <pc:sldLayoutMkLst>
            <pc:docMk/>
            <pc:sldMasterMk cId="3393972" sldId="2147484033"/>
            <pc:sldLayoutMk cId="876325735" sldId="2147484035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1:28.389" v="194"/>
          <pc:sldLayoutMkLst>
            <pc:docMk/>
            <pc:sldMasterMk cId="3393972" sldId="2147484033"/>
            <pc:sldLayoutMk cId="1877558309" sldId="2147484036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1:28.389" v="194"/>
          <pc:sldLayoutMkLst>
            <pc:docMk/>
            <pc:sldMasterMk cId="3393972" sldId="2147484033"/>
            <pc:sldLayoutMk cId="2601190163" sldId="2147484037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1:28.389" v="194"/>
          <pc:sldLayoutMkLst>
            <pc:docMk/>
            <pc:sldMasterMk cId="3393972" sldId="2147484033"/>
            <pc:sldLayoutMk cId="2623868882" sldId="2147484038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1:28.389" v="194"/>
          <pc:sldLayoutMkLst>
            <pc:docMk/>
            <pc:sldMasterMk cId="3393972" sldId="2147484033"/>
            <pc:sldLayoutMk cId="882335415" sldId="2147484039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1:28.389" v="194"/>
          <pc:sldLayoutMkLst>
            <pc:docMk/>
            <pc:sldMasterMk cId="3393972" sldId="2147484033"/>
            <pc:sldLayoutMk cId="990358562" sldId="2147484040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1:28.389" v="194"/>
          <pc:sldLayoutMkLst>
            <pc:docMk/>
            <pc:sldMasterMk cId="3393972" sldId="2147484033"/>
            <pc:sldLayoutMk cId="2408281643" sldId="2147484041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1:28.389" v="194"/>
          <pc:sldLayoutMkLst>
            <pc:docMk/>
            <pc:sldMasterMk cId="3393972" sldId="2147484033"/>
            <pc:sldLayoutMk cId="2728159335" sldId="2147484042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1:28.389" v="194"/>
          <pc:sldLayoutMkLst>
            <pc:docMk/>
            <pc:sldMasterMk cId="3393972" sldId="2147484033"/>
            <pc:sldLayoutMk cId="2923640504" sldId="2147484043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1:28.389" v="194"/>
          <pc:sldLayoutMkLst>
            <pc:docMk/>
            <pc:sldMasterMk cId="3393972" sldId="2147484033"/>
            <pc:sldLayoutMk cId="1875878060" sldId="2147484044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1:28.389" v="194"/>
          <pc:sldLayoutMkLst>
            <pc:docMk/>
            <pc:sldMasterMk cId="3393972" sldId="2147484033"/>
            <pc:sldLayoutMk cId="3467850713" sldId="2147484045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1:28.389" v="194"/>
          <pc:sldLayoutMkLst>
            <pc:docMk/>
            <pc:sldMasterMk cId="3393972" sldId="2147484033"/>
            <pc:sldLayoutMk cId="2753613251" sldId="2147484046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1:28.389" v="194"/>
          <pc:sldLayoutMkLst>
            <pc:docMk/>
            <pc:sldMasterMk cId="3393972" sldId="2147484033"/>
            <pc:sldLayoutMk cId="4292715820" sldId="2147484047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1:28.389" v="194"/>
          <pc:sldLayoutMkLst>
            <pc:docMk/>
            <pc:sldMasterMk cId="3393972" sldId="2147484033"/>
            <pc:sldLayoutMk cId="765504083" sldId="2147484048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1:28.389" v="194"/>
          <pc:sldLayoutMkLst>
            <pc:docMk/>
            <pc:sldMasterMk cId="3393972" sldId="2147484033"/>
            <pc:sldLayoutMk cId="3283208699" sldId="2147484049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1:28.389" v="194"/>
          <pc:sldLayoutMkLst>
            <pc:docMk/>
            <pc:sldMasterMk cId="3393972" sldId="2147484033"/>
            <pc:sldLayoutMk cId="3247452239" sldId="2147484050"/>
          </pc:sldLayoutMkLst>
        </pc:sldLayoutChg>
      </pc:sldMasterChg>
      <pc:sldMasterChg chg="add del addSldLayout delSldLayout modSldLayout">
        <pc:chgData name="Robledo, Kayla" userId="S::kayla.robledo@cuanschutz.edu::6eb23104-6d90-4085-b81a-901d881bfb4e" providerId="AD" clId="Web-{A7CA2AE1-E782-CEC8-9A16-0F4AAE7E6921}" dt="2026-04-21T03:12:07.139" v="205"/>
        <pc:sldMasterMkLst>
          <pc:docMk/>
          <pc:sldMasterMk cId="2876174058" sldId="2147484051"/>
        </pc:sldMasterMkLst>
        <pc:sldLayoutChg chg="add del mod replId">
          <pc:chgData name="Robledo, Kayla" userId="S::kayla.robledo@cuanschutz.edu::6eb23104-6d90-4085-b81a-901d881bfb4e" providerId="AD" clId="Web-{A7CA2AE1-E782-CEC8-9A16-0F4AAE7E6921}" dt="2026-04-21T03:12:07.139" v="205"/>
          <pc:sldLayoutMkLst>
            <pc:docMk/>
            <pc:sldMasterMk cId="2876174058" sldId="2147484051"/>
            <pc:sldLayoutMk cId="3037951043" sldId="2147484052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2:07.139" v="205"/>
          <pc:sldLayoutMkLst>
            <pc:docMk/>
            <pc:sldMasterMk cId="2876174058" sldId="2147484051"/>
            <pc:sldLayoutMk cId="2968746297" sldId="2147484053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2:07.139" v="205"/>
          <pc:sldLayoutMkLst>
            <pc:docMk/>
            <pc:sldMasterMk cId="2876174058" sldId="2147484051"/>
            <pc:sldLayoutMk cId="4110976338" sldId="2147484054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2:07.139" v="205"/>
          <pc:sldLayoutMkLst>
            <pc:docMk/>
            <pc:sldMasterMk cId="2876174058" sldId="2147484051"/>
            <pc:sldLayoutMk cId="2198268030" sldId="2147484055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2:07.139" v="205"/>
          <pc:sldLayoutMkLst>
            <pc:docMk/>
            <pc:sldMasterMk cId="2876174058" sldId="2147484051"/>
            <pc:sldLayoutMk cId="564210103" sldId="2147484056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2:07.139" v="205"/>
          <pc:sldLayoutMkLst>
            <pc:docMk/>
            <pc:sldMasterMk cId="2876174058" sldId="2147484051"/>
            <pc:sldLayoutMk cId="884670781" sldId="2147484057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2:07.139" v="205"/>
          <pc:sldLayoutMkLst>
            <pc:docMk/>
            <pc:sldMasterMk cId="2876174058" sldId="2147484051"/>
            <pc:sldLayoutMk cId="2226349844" sldId="2147484058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2:07.139" v="205"/>
          <pc:sldLayoutMkLst>
            <pc:docMk/>
            <pc:sldMasterMk cId="2876174058" sldId="2147484051"/>
            <pc:sldLayoutMk cId="3719443162" sldId="2147484059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2:07.139" v="205"/>
          <pc:sldLayoutMkLst>
            <pc:docMk/>
            <pc:sldMasterMk cId="2876174058" sldId="2147484051"/>
            <pc:sldLayoutMk cId="4102330707" sldId="2147484060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2:07.139" v="205"/>
          <pc:sldLayoutMkLst>
            <pc:docMk/>
            <pc:sldMasterMk cId="2876174058" sldId="2147484051"/>
            <pc:sldLayoutMk cId="3396001271" sldId="2147484061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2:07.139" v="205"/>
          <pc:sldLayoutMkLst>
            <pc:docMk/>
            <pc:sldMasterMk cId="2876174058" sldId="2147484051"/>
            <pc:sldLayoutMk cId="2995698313" sldId="2147484062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2:07.139" v="205"/>
          <pc:sldLayoutMkLst>
            <pc:docMk/>
            <pc:sldMasterMk cId="2876174058" sldId="2147484051"/>
            <pc:sldLayoutMk cId="3585205917" sldId="2147484063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2:07.139" v="205"/>
          <pc:sldLayoutMkLst>
            <pc:docMk/>
            <pc:sldMasterMk cId="2876174058" sldId="2147484051"/>
            <pc:sldLayoutMk cId="1294416078" sldId="2147484064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2:07.139" v="205"/>
          <pc:sldLayoutMkLst>
            <pc:docMk/>
            <pc:sldMasterMk cId="2876174058" sldId="2147484051"/>
            <pc:sldLayoutMk cId="2649781918" sldId="2147484065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2:07.139" v="205"/>
          <pc:sldLayoutMkLst>
            <pc:docMk/>
            <pc:sldMasterMk cId="2876174058" sldId="2147484051"/>
            <pc:sldLayoutMk cId="3914701995" sldId="2147484066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2:07.139" v="205"/>
          <pc:sldLayoutMkLst>
            <pc:docMk/>
            <pc:sldMasterMk cId="2876174058" sldId="2147484051"/>
            <pc:sldLayoutMk cId="471682534" sldId="2147484067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2:07.139" v="205"/>
          <pc:sldLayoutMkLst>
            <pc:docMk/>
            <pc:sldMasterMk cId="2876174058" sldId="2147484051"/>
            <pc:sldLayoutMk cId="2189085519" sldId="2147484068"/>
          </pc:sldLayoutMkLst>
        </pc:sldLayoutChg>
      </pc:sldMasterChg>
      <pc:sldMasterChg chg="add del addSldLayout delSldLayout modSldLayout">
        <pc:chgData name="Robledo, Kayla" userId="S::kayla.robledo@cuanschutz.edu::6eb23104-6d90-4085-b81a-901d881bfb4e" providerId="AD" clId="Web-{A7CA2AE1-E782-CEC8-9A16-0F4AAE7E6921}" dt="2026-04-21T03:12:12.717" v="206"/>
        <pc:sldMasterMkLst>
          <pc:docMk/>
          <pc:sldMasterMk cId="402489731" sldId="2147484069"/>
        </pc:sldMasterMkLst>
        <pc:sldLayoutChg chg="add del mod replId">
          <pc:chgData name="Robledo, Kayla" userId="S::kayla.robledo@cuanschutz.edu::6eb23104-6d90-4085-b81a-901d881bfb4e" providerId="AD" clId="Web-{A7CA2AE1-E782-CEC8-9A16-0F4AAE7E6921}" dt="2026-04-21T03:12:12.717" v="206"/>
          <pc:sldLayoutMkLst>
            <pc:docMk/>
            <pc:sldMasterMk cId="402489731" sldId="2147484069"/>
            <pc:sldLayoutMk cId="97592059" sldId="2147484070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2:12.717" v="206"/>
          <pc:sldLayoutMkLst>
            <pc:docMk/>
            <pc:sldMasterMk cId="402489731" sldId="2147484069"/>
            <pc:sldLayoutMk cId="2719067291" sldId="2147484071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2:12.717" v="206"/>
          <pc:sldLayoutMkLst>
            <pc:docMk/>
            <pc:sldMasterMk cId="402489731" sldId="2147484069"/>
            <pc:sldLayoutMk cId="4077042985" sldId="2147484072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2:12.717" v="206"/>
          <pc:sldLayoutMkLst>
            <pc:docMk/>
            <pc:sldMasterMk cId="402489731" sldId="2147484069"/>
            <pc:sldLayoutMk cId="2238984116" sldId="2147484073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2:12.717" v="206"/>
          <pc:sldLayoutMkLst>
            <pc:docMk/>
            <pc:sldMasterMk cId="402489731" sldId="2147484069"/>
            <pc:sldLayoutMk cId="2005482304" sldId="2147484074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2:12.717" v="206"/>
          <pc:sldLayoutMkLst>
            <pc:docMk/>
            <pc:sldMasterMk cId="402489731" sldId="2147484069"/>
            <pc:sldLayoutMk cId="1494611381" sldId="2147484075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2:12.717" v="206"/>
          <pc:sldLayoutMkLst>
            <pc:docMk/>
            <pc:sldMasterMk cId="402489731" sldId="2147484069"/>
            <pc:sldLayoutMk cId="1213153832" sldId="2147484076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2:12.717" v="206"/>
          <pc:sldLayoutMkLst>
            <pc:docMk/>
            <pc:sldMasterMk cId="402489731" sldId="2147484069"/>
            <pc:sldLayoutMk cId="4226201370" sldId="2147484077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2:12.717" v="206"/>
          <pc:sldLayoutMkLst>
            <pc:docMk/>
            <pc:sldMasterMk cId="402489731" sldId="2147484069"/>
            <pc:sldLayoutMk cId="3043192017" sldId="2147484078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2:12.717" v="206"/>
          <pc:sldLayoutMkLst>
            <pc:docMk/>
            <pc:sldMasterMk cId="402489731" sldId="2147484069"/>
            <pc:sldLayoutMk cId="3816793907" sldId="2147484079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2:12.717" v="206"/>
          <pc:sldLayoutMkLst>
            <pc:docMk/>
            <pc:sldMasterMk cId="402489731" sldId="2147484069"/>
            <pc:sldLayoutMk cId="1939639056" sldId="2147484080"/>
          </pc:sldLayoutMkLst>
        </pc:sldLayoutChg>
      </pc:sldMasterChg>
      <pc:sldMasterChg chg="add del addSldLayout delSldLayout modSldLayout">
        <pc:chgData name="Robledo, Kayla" userId="S::kayla.robledo@cuanschutz.edu::6eb23104-6d90-4085-b81a-901d881bfb4e" providerId="AD" clId="Web-{A7CA2AE1-E782-CEC8-9A16-0F4AAE7E6921}" dt="2026-04-21T03:12:18.498" v="207"/>
        <pc:sldMasterMkLst>
          <pc:docMk/>
          <pc:sldMasterMk cId="2638327296" sldId="2147484081"/>
        </pc:sldMasterMkLst>
        <pc:sldLayoutChg chg="add del mod replId">
          <pc:chgData name="Robledo, Kayla" userId="S::kayla.robledo@cuanschutz.edu::6eb23104-6d90-4085-b81a-901d881bfb4e" providerId="AD" clId="Web-{A7CA2AE1-E782-CEC8-9A16-0F4AAE7E6921}" dt="2026-04-21T03:12:18.498" v="207"/>
          <pc:sldLayoutMkLst>
            <pc:docMk/>
            <pc:sldMasterMk cId="2638327296" sldId="2147484081"/>
            <pc:sldLayoutMk cId="1823216864" sldId="2147484082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2:18.498" v="207"/>
          <pc:sldLayoutMkLst>
            <pc:docMk/>
            <pc:sldMasterMk cId="2638327296" sldId="2147484081"/>
            <pc:sldLayoutMk cId="3765336670" sldId="2147484083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2:18.498" v="207"/>
          <pc:sldLayoutMkLst>
            <pc:docMk/>
            <pc:sldMasterMk cId="2638327296" sldId="2147484081"/>
            <pc:sldLayoutMk cId="263684007" sldId="2147484084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2:18.498" v="207"/>
          <pc:sldLayoutMkLst>
            <pc:docMk/>
            <pc:sldMasterMk cId="2638327296" sldId="2147484081"/>
            <pc:sldLayoutMk cId="1318326064" sldId="2147484085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2:18.498" v="207"/>
          <pc:sldLayoutMkLst>
            <pc:docMk/>
            <pc:sldMasterMk cId="2638327296" sldId="2147484081"/>
            <pc:sldLayoutMk cId="2358465744" sldId="2147484086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2:18.498" v="207"/>
          <pc:sldLayoutMkLst>
            <pc:docMk/>
            <pc:sldMasterMk cId="2638327296" sldId="2147484081"/>
            <pc:sldLayoutMk cId="1588600013" sldId="2147484087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2:18.498" v="207"/>
          <pc:sldLayoutMkLst>
            <pc:docMk/>
            <pc:sldMasterMk cId="2638327296" sldId="2147484081"/>
            <pc:sldLayoutMk cId="3882109314" sldId="2147484088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2:18.498" v="207"/>
          <pc:sldLayoutMkLst>
            <pc:docMk/>
            <pc:sldMasterMk cId="2638327296" sldId="2147484081"/>
            <pc:sldLayoutMk cId="3458431980" sldId="2147484089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2:18.498" v="207"/>
          <pc:sldLayoutMkLst>
            <pc:docMk/>
            <pc:sldMasterMk cId="2638327296" sldId="2147484081"/>
            <pc:sldLayoutMk cId="3729212981" sldId="2147484090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2:18.498" v="207"/>
          <pc:sldLayoutMkLst>
            <pc:docMk/>
            <pc:sldMasterMk cId="2638327296" sldId="2147484081"/>
            <pc:sldLayoutMk cId="2496293658" sldId="2147484091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2:18.498" v="207"/>
          <pc:sldLayoutMkLst>
            <pc:docMk/>
            <pc:sldMasterMk cId="2638327296" sldId="2147484081"/>
            <pc:sldLayoutMk cId="1643604676" sldId="2147484092"/>
          </pc:sldLayoutMkLst>
        </pc:sldLayoutChg>
      </pc:sldMasterChg>
      <pc:sldMasterChg chg="add del addSldLayout delSldLayout modSldLayout">
        <pc:chgData name="Robledo, Kayla" userId="S::kayla.robledo@cuanschutz.edu::6eb23104-6d90-4085-b81a-901d881bfb4e" providerId="AD" clId="Web-{A7CA2AE1-E782-CEC8-9A16-0F4AAE7E6921}" dt="2026-04-21T03:12:21.905" v="208"/>
        <pc:sldMasterMkLst>
          <pc:docMk/>
          <pc:sldMasterMk cId="3331670977" sldId="2147484093"/>
        </pc:sldMasterMkLst>
        <pc:sldLayoutChg chg="add del mod replId">
          <pc:chgData name="Robledo, Kayla" userId="S::kayla.robledo@cuanschutz.edu::6eb23104-6d90-4085-b81a-901d881bfb4e" providerId="AD" clId="Web-{A7CA2AE1-E782-CEC8-9A16-0F4AAE7E6921}" dt="2026-04-21T03:12:21.905" v="208"/>
          <pc:sldLayoutMkLst>
            <pc:docMk/>
            <pc:sldMasterMk cId="3331670977" sldId="2147484093"/>
            <pc:sldLayoutMk cId="1298896518" sldId="2147484094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2:21.905" v="208"/>
          <pc:sldLayoutMkLst>
            <pc:docMk/>
            <pc:sldMasterMk cId="3331670977" sldId="2147484093"/>
            <pc:sldLayoutMk cId="2133542374" sldId="2147484095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2:21.905" v="208"/>
          <pc:sldLayoutMkLst>
            <pc:docMk/>
            <pc:sldMasterMk cId="3331670977" sldId="2147484093"/>
            <pc:sldLayoutMk cId="2908208803" sldId="2147484096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2:21.905" v="208"/>
          <pc:sldLayoutMkLst>
            <pc:docMk/>
            <pc:sldMasterMk cId="3331670977" sldId="2147484093"/>
            <pc:sldLayoutMk cId="3490815920" sldId="2147484097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2:21.905" v="208"/>
          <pc:sldLayoutMkLst>
            <pc:docMk/>
            <pc:sldMasterMk cId="3331670977" sldId="2147484093"/>
            <pc:sldLayoutMk cId="602975097" sldId="2147484098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2:21.905" v="208"/>
          <pc:sldLayoutMkLst>
            <pc:docMk/>
            <pc:sldMasterMk cId="3331670977" sldId="2147484093"/>
            <pc:sldLayoutMk cId="1560807017" sldId="2147484099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2:21.905" v="208"/>
          <pc:sldLayoutMkLst>
            <pc:docMk/>
            <pc:sldMasterMk cId="3331670977" sldId="2147484093"/>
            <pc:sldLayoutMk cId="3058678923" sldId="2147484100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2:21.905" v="208"/>
          <pc:sldLayoutMkLst>
            <pc:docMk/>
            <pc:sldMasterMk cId="3331670977" sldId="2147484093"/>
            <pc:sldLayoutMk cId="209530511" sldId="2147484101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2:21.905" v="208"/>
          <pc:sldLayoutMkLst>
            <pc:docMk/>
            <pc:sldMasterMk cId="3331670977" sldId="2147484093"/>
            <pc:sldLayoutMk cId="2782943042" sldId="2147484102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2:21.905" v="208"/>
          <pc:sldLayoutMkLst>
            <pc:docMk/>
            <pc:sldMasterMk cId="3331670977" sldId="2147484093"/>
            <pc:sldLayoutMk cId="2528909837" sldId="2147484103"/>
          </pc:sldLayoutMkLst>
        </pc:sldLayoutChg>
        <pc:sldLayoutChg chg="add del mod replId">
          <pc:chgData name="Robledo, Kayla" userId="S::kayla.robledo@cuanschutz.edu::6eb23104-6d90-4085-b81a-901d881bfb4e" providerId="AD" clId="Web-{A7CA2AE1-E782-CEC8-9A16-0F4AAE7E6921}" dt="2026-04-21T03:12:21.905" v="208"/>
          <pc:sldLayoutMkLst>
            <pc:docMk/>
            <pc:sldMasterMk cId="3331670977" sldId="2147484093"/>
            <pc:sldLayoutMk cId="3209373563" sldId="2147484104"/>
          </pc:sldLayoutMkLst>
        </pc:sldLayoutChg>
      </pc:sldMasterChg>
      <pc:sldMasterChg chg="add addSldLayout modSldLayout">
        <pc:chgData name="Robledo, Kayla" userId="S::kayla.robledo@cuanschutz.edu::6eb23104-6d90-4085-b81a-901d881bfb4e" providerId="AD" clId="Web-{A7CA2AE1-E782-CEC8-9A16-0F4AAE7E6921}" dt="2026-04-21T03:12:21.905" v="208"/>
        <pc:sldMasterMkLst>
          <pc:docMk/>
          <pc:sldMasterMk cId="683241658" sldId="2147484105"/>
        </pc:sldMasterMkLst>
        <pc:sldLayoutChg chg="add mod replId">
          <pc:chgData name="Robledo, Kayla" userId="S::kayla.robledo@cuanschutz.edu::6eb23104-6d90-4085-b81a-901d881bfb4e" providerId="AD" clId="Web-{A7CA2AE1-E782-CEC8-9A16-0F4AAE7E6921}" dt="2026-04-21T03:12:21.905" v="208"/>
          <pc:sldLayoutMkLst>
            <pc:docMk/>
            <pc:sldMasterMk cId="683241658" sldId="2147484105"/>
            <pc:sldLayoutMk cId="362377083" sldId="2147484106"/>
          </pc:sldLayoutMkLst>
        </pc:sldLayoutChg>
        <pc:sldLayoutChg chg="add mod replId">
          <pc:chgData name="Robledo, Kayla" userId="S::kayla.robledo@cuanschutz.edu::6eb23104-6d90-4085-b81a-901d881bfb4e" providerId="AD" clId="Web-{A7CA2AE1-E782-CEC8-9A16-0F4AAE7E6921}" dt="2026-04-21T03:12:21.905" v="208"/>
          <pc:sldLayoutMkLst>
            <pc:docMk/>
            <pc:sldMasterMk cId="683241658" sldId="2147484105"/>
            <pc:sldLayoutMk cId="3887950339" sldId="2147484107"/>
          </pc:sldLayoutMkLst>
        </pc:sldLayoutChg>
        <pc:sldLayoutChg chg="add mod replId">
          <pc:chgData name="Robledo, Kayla" userId="S::kayla.robledo@cuanschutz.edu::6eb23104-6d90-4085-b81a-901d881bfb4e" providerId="AD" clId="Web-{A7CA2AE1-E782-CEC8-9A16-0F4AAE7E6921}" dt="2026-04-21T03:12:21.905" v="208"/>
          <pc:sldLayoutMkLst>
            <pc:docMk/>
            <pc:sldMasterMk cId="683241658" sldId="2147484105"/>
            <pc:sldLayoutMk cId="2842296206" sldId="2147484108"/>
          </pc:sldLayoutMkLst>
        </pc:sldLayoutChg>
        <pc:sldLayoutChg chg="add mod replId">
          <pc:chgData name="Robledo, Kayla" userId="S::kayla.robledo@cuanschutz.edu::6eb23104-6d90-4085-b81a-901d881bfb4e" providerId="AD" clId="Web-{A7CA2AE1-E782-CEC8-9A16-0F4AAE7E6921}" dt="2026-04-21T03:12:21.905" v="208"/>
          <pc:sldLayoutMkLst>
            <pc:docMk/>
            <pc:sldMasterMk cId="683241658" sldId="2147484105"/>
            <pc:sldLayoutMk cId="1588821607" sldId="2147484109"/>
          </pc:sldLayoutMkLst>
        </pc:sldLayoutChg>
        <pc:sldLayoutChg chg="add mod replId">
          <pc:chgData name="Robledo, Kayla" userId="S::kayla.robledo@cuanschutz.edu::6eb23104-6d90-4085-b81a-901d881bfb4e" providerId="AD" clId="Web-{A7CA2AE1-E782-CEC8-9A16-0F4AAE7E6921}" dt="2026-04-21T03:12:21.905" v="208"/>
          <pc:sldLayoutMkLst>
            <pc:docMk/>
            <pc:sldMasterMk cId="683241658" sldId="2147484105"/>
            <pc:sldLayoutMk cId="234037806" sldId="2147484110"/>
          </pc:sldLayoutMkLst>
        </pc:sldLayoutChg>
        <pc:sldLayoutChg chg="add mod replId">
          <pc:chgData name="Robledo, Kayla" userId="S::kayla.robledo@cuanschutz.edu::6eb23104-6d90-4085-b81a-901d881bfb4e" providerId="AD" clId="Web-{A7CA2AE1-E782-CEC8-9A16-0F4AAE7E6921}" dt="2026-04-21T03:12:21.905" v="208"/>
          <pc:sldLayoutMkLst>
            <pc:docMk/>
            <pc:sldMasterMk cId="683241658" sldId="2147484105"/>
            <pc:sldLayoutMk cId="1437995640" sldId="2147484111"/>
          </pc:sldLayoutMkLst>
        </pc:sldLayoutChg>
        <pc:sldLayoutChg chg="add mod replId">
          <pc:chgData name="Robledo, Kayla" userId="S::kayla.robledo@cuanschutz.edu::6eb23104-6d90-4085-b81a-901d881bfb4e" providerId="AD" clId="Web-{A7CA2AE1-E782-CEC8-9A16-0F4AAE7E6921}" dt="2026-04-21T03:12:21.905" v="208"/>
          <pc:sldLayoutMkLst>
            <pc:docMk/>
            <pc:sldMasterMk cId="683241658" sldId="2147484105"/>
            <pc:sldLayoutMk cId="3207818403" sldId="2147484112"/>
          </pc:sldLayoutMkLst>
        </pc:sldLayoutChg>
        <pc:sldLayoutChg chg="add mod replId">
          <pc:chgData name="Robledo, Kayla" userId="S::kayla.robledo@cuanschutz.edu::6eb23104-6d90-4085-b81a-901d881bfb4e" providerId="AD" clId="Web-{A7CA2AE1-E782-CEC8-9A16-0F4AAE7E6921}" dt="2026-04-21T03:12:21.905" v="208"/>
          <pc:sldLayoutMkLst>
            <pc:docMk/>
            <pc:sldMasterMk cId="683241658" sldId="2147484105"/>
            <pc:sldLayoutMk cId="1654505771" sldId="2147484113"/>
          </pc:sldLayoutMkLst>
        </pc:sldLayoutChg>
        <pc:sldLayoutChg chg="add mod replId">
          <pc:chgData name="Robledo, Kayla" userId="S::kayla.robledo@cuanschutz.edu::6eb23104-6d90-4085-b81a-901d881bfb4e" providerId="AD" clId="Web-{A7CA2AE1-E782-CEC8-9A16-0F4AAE7E6921}" dt="2026-04-21T03:12:21.905" v="208"/>
          <pc:sldLayoutMkLst>
            <pc:docMk/>
            <pc:sldMasterMk cId="683241658" sldId="2147484105"/>
            <pc:sldLayoutMk cId="1410755958" sldId="2147484114"/>
          </pc:sldLayoutMkLst>
        </pc:sldLayoutChg>
        <pc:sldLayoutChg chg="add mod replId">
          <pc:chgData name="Robledo, Kayla" userId="S::kayla.robledo@cuanschutz.edu::6eb23104-6d90-4085-b81a-901d881bfb4e" providerId="AD" clId="Web-{A7CA2AE1-E782-CEC8-9A16-0F4AAE7E6921}" dt="2026-04-21T03:12:21.905" v="208"/>
          <pc:sldLayoutMkLst>
            <pc:docMk/>
            <pc:sldMasterMk cId="683241658" sldId="2147484105"/>
            <pc:sldLayoutMk cId="2727792711" sldId="2147484115"/>
          </pc:sldLayoutMkLst>
        </pc:sldLayoutChg>
        <pc:sldLayoutChg chg="add mod replId">
          <pc:chgData name="Robledo, Kayla" userId="S::kayla.robledo@cuanschutz.edu::6eb23104-6d90-4085-b81a-901d881bfb4e" providerId="AD" clId="Web-{A7CA2AE1-E782-CEC8-9A16-0F4AAE7E6921}" dt="2026-04-21T03:12:21.905" v="208"/>
          <pc:sldLayoutMkLst>
            <pc:docMk/>
            <pc:sldMasterMk cId="683241658" sldId="2147484105"/>
            <pc:sldLayoutMk cId="570132389" sldId="2147484116"/>
          </pc:sldLayoutMkLst>
        </pc:sldLayoutChg>
      </pc:sldMasterChg>
    </pc:docChg>
  </pc:docChgLst>
  <pc:docChgLst>
    <pc:chgData name="Robledo, Kayla" userId="S::kayla.robledo@cuanschutz.edu::6eb23104-6d90-4085-b81a-901d881bfb4e" providerId="AD" clId="Web-{53AB8E98-024D-8563-44A0-5DB75E078257}"/>
    <pc:docChg chg="modSld">
      <pc:chgData name="Robledo, Kayla" userId="S::kayla.robledo@cuanschutz.edu::6eb23104-6d90-4085-b81a-901d881bfb4e" providerId="AD" clId="Web-{53AB8E98-024D-8563-44A0-5DB75E078257}" dt="2026-04-21T21:21:02.244" v="23" actId="20577"/>
      <pc:docMkLst>
        <pc:docMk/>
      </pc:docMkLst>
      <pc:sldChg chg="addSp delSp modSp">
        <pc:chgData name="Robledo, Kayla" userId="S::kayla.robledo@cuanschutz.edu::6eb23104-6d90-4085-b81a-901d881bfb4e" providerId="AD" clId="Web-{53AB8E98-024D-8563-44A0-5DB75E078257}" dt="2026-04-21T21:18:41.009" v="3" actId="1076"/>
        <pc:sldMkLst>
          <pc:docMk/>
          <pc:sldMk cId="109107563" sldId="260"/>
        </pc:sldMkLst>
        <pc:picChg chg="add mod">
          <ac:chgData name="Robledo, Kayla" userId="S::kayla.robledo@cuanschutz.edu::6eb23104-6d90-4085-b81a-901d881bfb4e" providerId="AD" clId="Web-{53AB8E98-024D-8563-44A0-5DB75E078257}" dt="2026-04-21T21:18:41.009" v="3" actId="1076"/>
          <ac:picMkLst>
            <pc:docMk/>
            <pc:sldMk cId="109107563" sldId="260"/>
            <ac:picMk id="2" creationId="{88AFB00A-FF82-6C3A-B2BA-CF90A2D1A2E4}"/>
          </ac:picMkLst>
        </pc:picChg>
        <pc:picChg chg="del">
          <ac:chgData name="Robledo, Kayla" userId="S::kayla.robledo@cuanschutz.edu::6eb23104-6d90-4085-b81a-901d881bfb4e" providerId="AD" clId="Web-{53AB8E98-024D-8563-44A0-5DB75E078257}" dt="2026-04-21T21:17:58.696" v="0"/>
          <ac:picMkLst>
            <pc:docMk/>
            <pc:sldMk cId="109107563" sldId="260"/>
            <ac:picMk id="5" creationId="{1404B948-C407-5E51-56D6-D63050FA71BD}"/>
          </ac:picMkLst>
        </pc:picChg>
      </pc:sldChg>
      <pc:sldChg chg="modSp">
        <pc:chgData name="Robledo, Kayla" userId="S::kayla.robledo@cuanschutz.edu::6eb23104-6d90-4085-b81a-901d881bfb4e" providerId="AD" clId="Web-{53AB8E98-024D-8563-44A0-5DB75E078257}" dt="2026-04-21T21:21:02.244" v="23" actId="20577"/>
        <pc:sldMkLst>
          <pc:docMk/>
          <pc:sldMk cId="114623721" sldId="261"/>
        </pc:sldMkLst>
        <pc:spChg chg="mod">
          <ac:chgData name="Robledo, Kayla" userId="S::kayla.robledo@cuanschutz.edu::6eb23104-6d90-4085-b81a-901d881bfb4e" providerId="AD" clId="Web-{53AB8E98-024D-8563-44A0-5DB75E078257}" dt="2026-04-21T21:21:02.244" v="23" actId="20577"/>
          <ac:spMkLst>
            <pc:docMk/>
            <pc:sldMk cId="114623721" sldId="261"/>
            <ac:spMk id="3" creationId="{56C8ED08-7C22-EB1D-87CC-7656DBFFF66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377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7950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296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8821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37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7995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818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505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755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792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132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832416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06" r:id="rId1"/>
    <p:sldLayoutId id="2147484107" r:id="rId2"/>
    <p:sldLayoutId id="2147484108" r:id="rId3"/>
    <p:sldLayoutId id="2147484109" r:id="rId4"/>
    <p:sldLayoutId id="2147484110" r:id="rId5"/>
    <p:sldLayoutId id="2147484111" r:id="rId6"/>
    <p:sldLayoutId id="2147484112" r:id="rId7"/>
    <p:sldLayoutId id="2147484113" r:id="rId8"/>
    <p:sldLayoutId id="2147484114" r:id="rId9"/>
    <p:sldLayoutId id="2147484115" r:id="rId10"/>
    <p:sldLayoutId id="2147484116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41967-859D-974A-1755-C2887E1C11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1768" y="1021078"/>
            <a:ext cx="7108106" cy="2268559"/>
          </a:xfrm>
        </p:spPr>
        <p:txBody>
          <a:bodyPr>
            <a:noAutofit/>
          </a:bodyPr>
          <a:lstStyle/>
          <a:p>
            <a:r>
              <a:rPr lang="en-US" sz="6600" dirty="0">
                <a:cs typeface="Arial"/>
              </a:rPr>
              <a:t>Ten-Year Stroke </a:t>
            </a:r>
            <a:r>
              <a:rPr lang="en-US" sz="6600">
                <a:cs typeface="Arial"/>
              </a:rPr>
              <a:t>Risk in the </a:t>
            </a:r>
            <a:r>
              <a:rPr lang="en-US" sz="6600" dirty="0">
                <a:cs typeface="Arial"/>
              </a:rPr>
              <a:t>Framingham Heart Study</a:t>
            </a:r>
            <a:endParaRPr lang="en-US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8E17D6-EC23-AC47-2378-69939DCA3F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9674" y="6119426"/>
            <a:ext cx="5357600" cy="738573"/>
          </a:xfrm>
        </p:spPr>
        <p:txBody>
          <a:bodyPr vert="horz" lIns="91440" tIns="0" rIns="91440" bIns="45720" rtlCol="0" anchor="t">
            <a:normAutofit/>
          </a:bodyPr>
          <a:lstStyle/>
          <a:p>
            <a:pPr algn="l"/>
            <a:r>
              <a:rPr lang="en-US">
                <a:solidFill>
                  <a:srgbClr val="8BBCF1"/>
                </a:solidFill>
                <a:cs typeface="Arial"/>
              </a:rPr>
              <a:t>Kayla Robledo</a:t>
            </a:r>
            <a:br>
              <a:rPr lang="en-US" dirty="0">
                <a:solidFill>
                  <a:srgbClr val="8BBCF1"/>
                </a:solidFill>
                <a:cs typeface="Arial"/>
              </a:rPr>
            </a:br>
            <a:r>
              <a:rPr lang="en-US">
                <a:solidFill>
                  <a:srgbClr val="8BBCF1"/>
                </a:solidFill>
                <a:cs typeface="Arial"/>
              </a:rPr>
              <a:t>April 22nd, 2026</a:t>
            </a:r>
            <a:endParaRPr lang="en-US" dirty="0">
              <a:solidFill>
                <a:srgbClr val="8BBCF1"/>
              </a:solidFill>
              <a:cs typeface="Arial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12905C1-66D3-3C03-E8C3-F058C71584A8}"/>
              </a:ext>
            </a:extLst>
          </p:cNvPr>
          <p:cNvSpPr txBox="1">
            <a:spLocks/>
          </p:cNvSpPr>
          <p:nvPr/>
        </p:nvSpPr>
        <p:spPr>
          <a:xfrm>
            <a:off x="3585074" y="6119426"/>
            <a:ext cx="5357600" cy="738573"/>
          </a:xfrm>
          <a:prstGeom prst="rect">
            <a:avLst/>
          </a:prstGeom>
        </p:spPr>
        <p:txBody>
          <a:bodyPr vert="horz" lIns="91440" tIns="0" rIns="91440" bIns="45720" rtlCol="0" anchor="b">
            <a:normAutofit/>
          </a:bodyPr>
          <a:lstStyle>
            <a:lvl1pPr marL="0" indent="0" algn="r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None/>
              <a:defRPr sz="18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accent6"/>
                </a:solidFill>
                <a:cs typeface="Arial"/>
              </a:rPr>
              <a:t>Project 3</a:t>
            </a:r>
          </a:p>
        </p:txBody>
      </p:sp>
    </p:spTree>
    <p:extLst>
      <p:ext uri="{BB962C8B-B14F-4D97-AF65-F5344CB8AC3E}">
        <p14:creationId xmlns:p14="http://schemas.microsoft.com/office/powerpoint/2010/main" val="3042945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49CE1-612A-97D5-24E6-FA950B911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8" y="353049"/>
            <a:ext cx="7958331" cy="1077229"/>
          </a:xfrm>
        </p:spPr>
        <p:txBody>
          <a:bodyPr/>
          <a:lstStyle/>
          <a:p>
            <a:r>
              <a:rPr lang="en-US">
                <a:cs typeface="Arial"/>
              </a:rPr>
              <a:t>Research Questions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99DC5-695E-DB89-B913-67659367C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4060" y="1103728"/>
            <a:ext cx="9156079" cy="5702733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6350" indent="0">
              <a:buNone/>
            </a:pPr>
            <a:r>
              <a:rPr lang="en-US" b="1">
                <a:cs typeface="Arial"/>
              </a:rPr>
              <a:t>Primary Objectives:</a:t>
            </a:r>
            <a:endParaRPr lang="en-US" b="1" dirty="0">
              <a:cs typeface="Arial"/>
            </a:endParaRPr>
          </a:p>
          <a:p>
            <a:pPr marL="344170" indent="-337820"/>
            <a:r>
              <a:rPr lang="en-US">
                <a:cs typeface="Arial"/>
              </a:rPr>
              <a:t>What other factors besides age, systolic blood pressure, and diabetes are associated with 10-year stroke risk for males </a:t>
            </a:r>
            <a:r>
              <a:rPr lang="en-US" dirty="0">
                <a:cs typeface="Arial"/>
              </a:rPr>
              <a:t>and females?</a:t>
            </a:r>
            <a:endParaRPr lang="en-US"/>
          </a:p>
          <a:p>
            <a:pPr marL="795020" lvl="1" indent="-337820">
              <a:buFont typeface="Courier New" panose="05000000000000000000" pitchFamily="2" charset="2"/>
              <a:buChar char="o"/>
            </a:pPr>
            <a:r>
              <a:rPr lang="en-US" dirty="0">
                <a:cs typeface="Arial"/>
              </a:rPr>
              <a:t>Other factors of interest: body mass index, prevalent coronary heart disease, serum total cholesterol, smoking statu</a:t>
            </a:r>
            <a:r>
              <a:rPr lang="en-US">
                <a:cs typeface="Arial"/>
              </a:rPr>
              <a:t>s, anti-hypertensive medication use</a:t>
            </a:r>
            <a:endParaRPr lang="en-US" dirty="0">
              <a:cs typeface="Arial"/>
            </a:endParaRPr>
          </a:p>
          <a:p>
            <a:pPr marL="344170" indent="-337820"/>
            <a:r>
              <a:rPr lang="en-US">
                <a:cs typeface="Arial"/>
              </a:rPr>
              <a:t>What is the 10-year stroke risk for the following risk profiles stratified by sex and ages 40, 50, and 60:</a:t>
            </a:r>
          </a:p>
          <a:p>
            <a:pPr marL="795020" lvl="1" indent="-337820">
              <a:spcBef>
                <a:spcPts val="0"/>
              </a:spcBef>
              <a:buFont typeface="Courier New" panose="05000000000000000000" pitchFamily="2" charset="2"/>
              <a:buChar char="o"/>
            </a:pPr>
            <a:r>
              <a:rPr lang="en-US">
                <a:cs typeface="Arial"/>
              </a:rPr>
              <a:t>Healthy</a:t>
            </a:r>
            <a:endParaRPr lang="en-US" dirty="0">
              <a:cs typeface="Arial"/>
            </a:endParaRPr>
          </a:p>
          <a:p>
            <a:pPr marL="795020" lvl="1" indent="-337820">
              <a:spcBef>
                <a:spcPts val="0"/>
              </a:spcBef>
              <a:buFont typeface="Courier New" panose="05000000000000000000" pitchFamily="2" charset="2"/>
              <a:buChar char="o"/>
            </a:pPr>
            <a:r>
              <a:rPr lang="en-US">
                <a:cs typeface="Arial"/>
              </a:rPr>
              <a:t>High systolic blood pressure</a:t>
            </a:r>
            <a:endParaRPr lang="en-US" dirty="0">
              <a:cs typeface="Arial"/>
            </a:endParaRPr>
          </a:p>
          <a:p>
            <a:pPr marL="795020" lvl="1" indent="-337820">
              <a:spcBef>
                <a:spcPts val="0"/>
              </a:spcBef>
              <a:buFont typeface="Courier New" panose="05000000000000000000" pitchFamily="2" charset="2"/>
              <a:buChar char="o"/>
            </a:pPr>
            <a:r>
              <a:rPr lang="en-US">
                <a:cs typeface="Arial"/>
              </a:rPr>
              <a:t>Diabetic</a:t>
            </a:r>
            <a:endParaRPr lang="en-US" dirty="0">
              <a:cs typeface="Arial"/>
            </a:endParaRPr>
          </a:p>
          <a:p>
            <a:pPr marL="795020" lvl="1" indent="-337820">
              <a:spcBef>
                <a:spcPts val="0"/>
              </a:spcBef>
              <a:buFont typeface="Courier New" panose="05000000000000000000" pitchFamily="2" charset="2"/>
              <a:buChar char="o"/>
            </a:pPr>
            <a:r>
              <a:rPr lang="en-US">
                <a:cs typeface="Arial"/>
              </a:rPr>
              <a:t>High systolic blood pressure and diabetic</a:t>
            </a:r>
            <a:endParaRPr lang="en-US" dirty="0">
              <a:cs typeface="Arial"/>
            </a:endParaRPr>
          </a:p>
          <a:p>
            <a:pPr marL="795020" lvl="1" indent="-337820">
              <a:spcBef>
                <a:spcPts val="0"/>
              </a:spcBef>
              <a:buFont typeface="Courier New" panose="05000000000000000000" pitchFamily="2" charset="2"/>
              <a:buChar char="o"/>
            </a:pPr>
            <a:r>
              <a:rPr lang="en-US">
                <a:cs typeface="Arial"/>
              </a:rPr>
              <a:t>An analyst-defined profile</a:t>
            </a:r>
            <a:endParaRPr lang="en-US" dirty="0">
              <a:cs typeface="Arial"/>
            </a:endParaRPr>
          </a:p>
          <a:p>
            <a:pPr marL="6350" indent="0">
              <a:buNone/>
            </a:pPr>
            <a:r>
              <a:rPr lang="en-US" b="1">
                <a:cs typeface="Arial"/>
              </a:rPr>
              <a:t>Secondary Objective:</a:t>
            </a:r>
            <a:endParaRPr lang="en-US" b="1" dirty="0">
              <a:cs typeface="Arial"/>
            </a:endParaRPr>
          </a:p>
          <a:p>
            <a:pPr marL="344170" indent="-337820"/>
            <a:r>
              <a:rPr lang="en-US" dirty="0">
                <a:cs typeface="Arial"/>
              </a:rPr>
              <a:t>Do systolic blood pressure and diabetes for males and females change across collection periods and what is the magnitude of this change?</a:t>
            </a:r>
          </a:p>
          <a:p>
            <a:pPr marL="344170" indent="-337820"/>
            <a:endParaRPr lang="en-US" dirty="0">
              <a:cs typeface="Arial"/>
            </a:endParaRPr>
          </a:p>
          <a:p>
            <a:pPr marL="344170" indent="-337820"/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58212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2A156FDA-BF11-4971-B18E-8C5B939FD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0F3B273D-A774-45E3-B236-ECA52792E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E7B04CCE-AFD6-469A-8DAE-9C4B073F04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69" name="Rectangle 68">
            <a:extLst>
              <a:ext uri="{FF2B5EF4-FFF2-40B4-BE49-F238E27FC236}">
                <a16:creationId xmlns:a16="http://schemas.microsoft.com/office/drawing/2014/main" id="{9101FF76-B3A2-4BA6-88A2-C44C72B53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EFA679C-19AE-41DA-AC39-FBAB44B49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53F0841-3A4E-4B87-B725-71B7489F10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AC9D71-44FE-9A48-2B64-1D564A677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4445" y="808056"/>
            <a:ext cx="2668106" cy="107722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800"/>
              <a:t>Data Overview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4D6E64B-442F-CFA5-8A84-FB1311614F8D}"/>
              </a:ext>
            </a:extLst>
          </p:cNvPr>
          <p:cNvSpPr txBox="1">
            <a:spLocks/>
          </p:cNvSpPr>
          <p:nvPr/>
        </p:nvSpPr>
        <p:spPr>
          <a:xfrm>
            <a:off x="959488" y="2504897"/>
            <a:ext cx="4458781" cy="39591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4448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9533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5888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70973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17328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642616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3108960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575304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404164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b="1"/>
              <a:t>5,209 individuals (original) </a:t>
            </a:r>
            <a:r>
              <a:rPr lang="en-US"/>
              <a:t>→ </a:t>
            </a:r>
            <a:r>
              <a:rPr lang="en-US" b="1"/>
              <a:t>4,434 (cohort) </a:t>
            </a:r>
            <a:r>
              <a:rPr lang="en-US"/>
              <a:t>→ </a:t>
            </a:r>
            <a:r>
              <a:rPr lang="en-US" b="1"/>
              <a:t>4,402 (final)</a:t>
            </a:r>
            <a:endParaRPr lang="en-US">
              <a:cs typeface="Arial" panose="020B0604020202020204"/>
            </a:endParaRPr>
          </a:p>
          <a:p>
            <a:pPr marL="344170" indent="-337820">
              <a:lnSpc>
                <a:spcPct val="110000"/>
              </a:lnSpc>
            </a:pPr>
            <a:r>
              <a:rPr lang="en-US"/>
              <a:t>Excluded those with baseline stroke</a:t>
            </a:r>
            <a:endParaRPr lang="en-US">
              <a:cs typeface="Arial" panose="020B0604020202020204"/>
            </a:endParaRPr>
          </a:p>
          <a:p>
            <a:pPr marL="344170" indent="-337820">
              <a:lnSpc>
                <a:spcPct val="110000"/>
              </a:lnSpc>
            </a:pPr>
            <a:r>
              <a:rPr lang="en-US"/>
              <a:t>Follow-up time was set to 10-years (3,625.5 days)</a:t>
            </a:r>
            <a:endParaRPr lang="en-US">
              <a:cs typeface="Arial" panose="020B0604020202020204"/>
            </a:endParaRPr>
          </a:p>
          <a:p>
            <a:pPr marL="344170" indent="-337820">
              <a:lnSpc>
                <a:spcPct val="110000"/>
              </a:lnSpc>
            </a:pPr>
            <a:r>
              <a:rPr lang="en-US"/>
              <a:t>Deaths occurring before the 10-year period without a reported stroke were censored</a:t>
            </a:r>
            <a:endParaRPr lang="en-US">
              <a:cs typeface="Arial" panose="020B0604020202020204"/>
            </a:endParaRPr>
          </a:p>
          <a:p>
            <a:pPr marL="344170" indent="-337820">
              <a:lnSpc>
                <a:spcPct val="110000"/>
              </a:lnSpc>
            </a:pPr>
            <a:r>
              <a:rPr lang="en-US"/>
              <a:t>Stroke event occurring after the 10-year period were censored</a:t>
            </a:r>
            <a:endParaRPr lang="en-US">
              <a:cs typeface="Arial" panose="020B0604020202020204"/>
            </a:endParaRPr>
          </a:p>
          <a:p>
            <a:pPr marL="344170" indent="-337820">
              <a:lnSpc>
                <a:spcPct val="110000"/>
              </a:lnSpc>
            </a:pPr>
            <a:endParaRPr lang="en-US">
              <a:cs typeface="Arial" panose="020B0604020202020204"/>
            </a:endParaRPr>
          </a:p>
          <a:p>
            <a:pPr marL="344170">
              <a:lnSpc>
                <a:spcPct val="110000"/>
              </a:lnSpc>
            </a:pPr>
            <a:endParaRPr lang="en-US"/>
          </a:p>
          <a:p>
            <a:pPr marL="344170">
              <a:lnSpc>
                <a:spcPct val="110000"/>
              </a:lnSpc>
            </a:pPr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3F17D38-D32B-4B58-8017-A8BDCF6D3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151" y="0"/>
            <a:ext cx="595084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3DD0B4B-64C1-4C9A-B315-87C0AA878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76044" y="240175"/>
            <a:ext cx="5461080" cy="6371837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C32A6DB3-787A-4D6E-81DE-A4E7BA6C37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table1.png">
            <a:extLst>
              <a:ext uri="{FF2B5EF4-FFF2-40B4-BE49-F238E27FC236}">
                <a16:creationId xmlns:a16="http://schemas.microsoft.com/office/drawing/2014/main" id="{1DB95ED4-3FC2-ED5D-B3D2-0D4E013A65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5441314" y="229261"/>
            <a:ext cx="5938974" cy="6393415"/>
          </a:xfrm>
          <a:prstGeom prst="rect">
            <a:avLst/>
          </a:prstGeom>
          <a:ln w="12700">
            <a:noFill/>
          </a:ln>
        </p:spPr>
      </p:pic>
    </p:spTree>
    <p:extLst>
      <p:ext uri="{BB962C8B-B14F-4D97-AF65-F5344CB8AC3E}">
        <p14:creationId xmlns:p14="http://schemas.microsoft.com/office/powerpoint/2010/main" val="527765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00A4E-4358-8D87-0665-6D8EB0892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1648" y="269576"/>
            <a:ext cx="7958331" cy="1077229"/>
          </a:xfrm>
        </p:spPr>
        <p:txBody>
          <a:bodyPr/>
          <a:lstStyle/>
          <a:p>
            <a:r>
              <a:rPr lang="en-US">
                <a:cs typeface="Arial"/>
              </a:rPr>
              <a:t>Analysis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BD690-787C-5013-35C8-AD6C9D793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3079" y="959916"/>
            <a:ext cx="10118100" cy="574534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417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i="1">
                <a:cs typeface="Arial" panose="020B0604020202020204"/>
              </a:rPr>
              <a:t>Stratified</a:t>
            </a:r>
            <a:r>
              <a:rPr lang="en-US" i="1" dirty="0">
                <a:cs typeface="Arial" panose="020B0604020202020204"/>
              </a:rPr>
              <a:t> by sex</a:t>
            </a:r>
          </a:p>
          <a:p>
            <a:pPr marL="635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b="1">
                <a:cs typeface="Arial" panose="020B0604020202020204"/>
              </a:rPr>
              <a:t>Primary Analyses</a:t>
            </a:r>
            <a:endParaRPr lang="en-US" b="1" dirty="0">
              <a:cs typeface="Arial" panose="020B0604020202020204"/>
            </a:endParaRPr>
          </a:p>
          <a:p>
            <a:pPr marL="344170" indent="0">
              <a:lnSpc>
                <a:spcPct val="110000"/>
              </a:lnSpc>
              <a:spcBef>
                <a:spcPts val="0"/>
              </a:spcBef>
            </a:pPr>
            <a:r>
              <a:rPr lang="en-US" dirty="0">
                <a:cs typeface="Arial" panose="020B0604020202020204"/>
              </a:rPr>
              <a:t>Visualize Kaplan-Meier curves to understand the </a:t>
            </a:r>
            <a:r>
              <a:rPr lang="en-US">
                <a:cs typeface="Arial" panose="020B0604020202020204"/>
              </a:rPr>
              <a:t>unadjusted</a:t>
            </a:r>
            <a:r>
              <a:rPr lang="en-US" dirty="0">
                <a:cs typeface="Arial" panose="020B0604020202020204"/>
              </a:rPr>
              <a:t> relationship between 10-year stroke-free survival and the covariates of interest</a:t>
            </a:r>
          </a:p>
          <a:p>
            <a:pPr marL="795020" lvl="1" indent="0">
              <a:lnSpc>
                <a:spcPct val="110000"/>
              </a:lnSpc>
              <a:spcBef>
                <a:spcPts val="0"/>
              </a:spcBef>
              <a:buFont typeface="Courier New" panose="05000000000000000000" pitchFamily="2" charset="2"/>
              <a:buChar char="o"/>
            </a:pPr>
            <a:r>
              <a:rPr lang="en-US">
                <a:cs typeface="Arial" panose="020B0604020202020204"/>
              </a:rPr>
              <a:t>Age, serum total cholesterol, and body mass index were categorized at the population median</a:t>
            </a:r>
          </a:p>
          <a:p>
            <a:pPr marL="795020" lvl="1" indent="0">
              <a:lnSpc>
                <a:spcPct val="110000"/>
              </a:lnSpc>
              <a:spcBef>
                <a:spcPts val="0"/>
              </a:spcBef>
              <a:buFont typeface="Courier New" panose="05000000000000000000" pitchFamily="2" charset="2"/>
              <a:buChar char="o"/>
            </a:pPr>
            <a:r>
              <a:rPr lang="en-US" dirty="0">
                <a:cs typeface="Arial" panose="020B0604020202020204"/>
              </a:rPr>
              <a:t>Systolic blood pressure was </a:t>
            </a:r>
            <a:r>
              <a:rPr lang="en-US" err="1">
                <a:cs typeface="Arial" panose="020B0604020202020204"/>
              </a:rPr>
              <a:t>categori</a:t>
            </a:r>
            <a:r>
              <a:rPr lang="en-US">
                <a:cs typeface="Arial" panose="020B0604020202020204"/>
              </a:rPr>
              <a:t>zed into high (≥160 mmHg) and its counterpart</a:t>
            </a:r>
          </a:p>
          <a:p>
            <a:pPr marL="344170" indent="0">
              <a:lnSpc>
                <a:spcPct val="110000"/>
              </a:lnSpc>
              <a:spcBef>
                <a:spcPts val="0"/>
              </a:spcBef>
            </a:pPr>
            <a:r>
              <a:rPr lang="en-US">
                <a:cs typeface="Arial" panose="020B0604020202020204"/>
              </a:rPr>
              <a:t>Cox proportional hazard models were fit using </a:t>
            </a:r>
            <a:r>
              <a:rPr lang="en-US">
                <a:latin typeface="Arial"/>
                <a:cs typeface="Arial"/>
              </a:rPr>
              <a:t>Akaike information criterion </a:t>
            </a:r>
            <a:r>
              <a:rPr lang="en-US">
                <a:cs typeface="Arial" panose="020B0604020202020204"/>
              </a:rPr>
              <a:t>(AIC) backwards selection using complete case analysis</a:t>
            </a:r>
          </a:p>
          <a:p>
            <a:pPr marL="344170" indent="0">
              <a:lnSpc>
                <a:spcPct val="110000"/>
              </a:lnSpc>
              <a:spcBef>
                <a:spcPts val="0"/>
              </a:spcBef>
            </a:pPr>
            <a:r>
              <a:rPr lang="en-US" dirty="0">
                <a:cs typeface="Arial" panose="020B0604020202020204"/>
              </a:rPr>
              <a:t>Using the final model and complete case analysis of the selected variables, compute the risk profiles for 10-year stroke risk estimates and choose a risk profile based on the additional covariate(s)</a:t>
            </a:r>
          </a:p>
          <a:p>
            <a:pPr marL="34417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b="1">
                <a:cs typeface="Arial" panose="020B0604020202020204"/>
              </a:rPr>
              <a:t>Secondary Analysis</a:t>
            </a:r>
            <a:endParaRPr lang="en-US"/>
          </a:p>
          <a:p>
            <a:pPr marL="344170" indent="0">
              <a:lnSpc>
                <a:spcPct val="110000"/>
              </a:lnSpc>
              <a:spcBef>
                <a:spcPts val="0"/>
              </a:spcBef>
            </a:pPr>
            <a:r>
              <a:rPr lang="en-US" dirty="0">
                <a:cs typeface="Arial" panose="020B0604020202020204"/>
              </a:rPr>
              <a:t>Report descriptive statistics stratified by period and compute the percent change in means/proportions where ≥10% indicates a clinically meaningful difference</a:t>
            </a:r>
          </a:p>
          <a:p>
            <a:pPr marL="6350" indent="0">
              <a:lnSpc>
                <a:spcPct val="110000"/>
              </a:lnSpc>
              <a:spcBef>
                <a:spcPts val="0"/>
              </a:spcBef>
              <a:buNone/>
            </a:pPr>
            <a:endParaRPr lang="en-US" dirty="0">
              <a:cs typeface="Arial" panose="020B0604020202020204"/>
            </a:endParaRPr>
          </a:p>
          <a:p>
            <a:pPr marL="344170" indent="0">
              <a:lnSpc>
                <a:spcPct val="110000"/>
              </a:lnSpc>
              <a:spcBef>
                <a:spcPts val="0"/>
              </a:spcBef>
            </a:pPr>
            <a:endParaRPr lang="en-US" dirty="0">
              <a:cs typeface="Arial" panose="020B0604020202020204"/>
            </a:endParaRPr>
          </a:p>
          <a:p>
            <a:pPr marL="795020" lvl="1" indent="0">
              <a:lnSpc>
                <a:spcPct val="110000"/>
              </a:lnSpc>
              <a:spcBef>
                <a:spcPts val="0"/>
              </a:spcBef>
              <a:buFont typeface="Courier New" panose="05000000000000000000" pitchFamily="2" charset="2"/>
              <a:buChar char="o"/>
            </a:pPr>
            <a:endParaRPr lang="en-US" dirty="0"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047344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le_km_curves.png">
            <a:extLst>
              <a:ext uri="{FF2B5EF4-FFF2-40B4-BE49-F238E27FC236}">
                <a16:creationId xmlns:a16="http://schemas.microsoft.com/office/drawing/2014/main" id="{B4D3EE32-C23D-BE28-58A0-7E0CA1C01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3441612"/>
            <a:ext cx="6441440" cy="3332655"/>
          </a:xfrm>
          <a:prstGeom prst="rect">
            <a:avLst/>
          </a:prstGeom>
        </p:spPr>
      </p:pic>
      <p:pic>
        <p:nvPicPr>
          <p:cNvPr id="3" name="Picture 2" descr="fem_km_curves.png">
            <a:extLst>
              <a:ext uri="{FF2B5EF4-FFF2-40B4-BE49-F238E27FC236}">
                <a16:creationId xmlns:a16="http://schemas.microsoft.com/office/drawing/2014/main" id="{86EE98D1-15F5-CDBB-45C5-CC0CB0D80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" y="83732"/>
            <a:ext cx="6436360" cy="332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829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econdary_analysis_table.png">
            <a:extLst>
              <a:ext uri="{FF2B5EF4-FFF2-40B4-BE49-F238E27FC236}">
                <a16:creationId xmlns:a16="http://schemas.microsoft.com/office/drawing/2014/main" id="{3BDD1153-1BCB-E4E4-616D-54776E2C8F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136" y="3668078"/>
            <a:ext cx="5196626" cy="3098165"/>
          </a:xfrm>
          <a:prstGeom prst="rect">
            <a:avLst/>
          </a:prstGeom>
        </p:spPr>
      </p:pic>
      <p:pic>
        <p:nvPicPr>
          <p:cNvPr id="6" name="Picture 5" descr="model_results.png">
            <a:extLst>
              <a:ext uri="{FF2B5EF4-FFF2-40B4-BE49-F238E27FC236}">
                <a16:creationId xmlns:a16="http://schemas.microsoft.com/office/drawing/2014/main" id="{691FC052-DBD0-8A52-970D-DD0E08742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70" y="83820"/>
            <a:ext cx="5193499" cy="3530600"/>
          </a:xfrm>
          <a:prstGeom prst="rect">
            <a:avLst/>
          </a:prstGeom>
        </p:spPr>
      </p:pic>
      <p:pic>
        <p:nvPicPr>
          <p:cNvPr id="2" name="Picture 1" descr="risk_profiles.png">
            <a:extLst>
              <a:ext uri="{FF2B5EF4-FFF2-40B4-BE49-F238E27FC236}">
                <a16:creationId xmlns:a16="http://schemas.microsoft.com/office/drawing/2014/main" id="{A48DA032-433E-39A8-9953-4534719D0F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5980" y="1262380"/>
            <a:ext cx="5682200" cy="4328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07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ED901-E617-7056-876C-5BA9A44D1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8" y="380459"/>
            <a:ext cx="7958331" cy="1077229"/>
          </a:xfrm>
        </p:spPr>
        <p:txBody>
          <a:bodyPr/>
          <a:lstStyle/>
          <a:p>
            <a:r>
              <a:rPr lang="en-US">
                <a:cs typeface="Arial"/>
              </a:rPr>
              <a:t>Discussion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8ED08-7C22-EB1D-87CC-7656DBFFF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695" y="914014"/>
            <a:ext cx="10363365" cy="5936815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i="1">
                <a:latin typeface="Arial"/>
                <a:cs typeface="Arial"/>
              </a:rPr>
              <a:t>Conclusions:</a:t>
            </a:r>
            <a:endParaRPr lang="en-US" sz="1800">
              <a:latin typeface="Arial"/>
              <a:cs typeface="Arial"/>
            </a:endParaRPr>
          </a:p>
          <a:p>
            <a:pPr marL="344170" indent="0">
              <a:spcBef>
                <a:spcPts val="0"/>
              </a:spcBef>
            </a:pPr>
            <a:r>
              <a:rPr lang="en-US" sz="1800">
                <a:latin typeface="Arial"/>
                <a:cs typeface="Arial"/>
              </a:rPr>
              <a:t>Smoking status, in addition to age, systolic blood pressure, and diabetes, was associated with 10-year stroke risk in both sexes</a:t>
            </a:r>
          </a:p>
          <a:p>
            <a:pPr marL="344170" indent="0">
              <a:spcBef>
                <a:spcPts val="0"/>
              </a:spcBef>
            </a:pPr>
            <a:r>
              <a:rPr lang="en-US" sz="1800">
                <a:latin typeface="Arial"/>
                <a:cs typeface="Arial"/>
              </a:rPr>
              <a:t>Stroke risk increased with increasing age and number of risk factors</a:t>
            </a:r>
            <a:endParaRPr lang="en-US" sz="1800" dirty="0">
              <a:latin typeface="Arial"/>
              <a:cs typeface="Arial"/>
            </a:endParaRPr>
          </a:p>
          <a:p>
            <a:pPr marL="344170" indent="0">
              <a:spcBef>
                <a:spcPts val="0"/>
              </a:spcBef>
            </a:pPr>
            <a:r>
              <a:rPr lang="en-US" sz="1800" dirty="0">
                <a:latin typeface="Arial"/>
                <a:cs typeface="Arial"/>
              </a:rPr>
              <a:t>Systolic blood pressure remained relatively stable over time, whereas diabetes prevalence increased substantially across study periods in both sexes</a:t>
            </a:r>
          </a:p>
          <a:p>
            <a:pPr marL="795020" lvl="1" indent="0">
              <a:spcBef>
                <a:spcPts val="0"/>
              </a:spcBef>
              <a:buFont typeface="Courier New" panose="05000000000000000000" pitchFamily="2" charset="2"/>
              <a:buChar char="o"/>
            </a:pPr>
            <a:r>
              <a:rPr lang="en-US">
                <a:latin typeface="Arial"/>
                <a:cs typeface="Arial"/>
              </a:rPr>
              <a:t>Potential time-varying effect of diabetes</a:t>
            </a:r>
            <a:endParaRPr lang="en-US" dirty="0">
              <a:latin typeface="Arial"/>
              <a:cs typeface="Arial"/>
            </a:endParaRPr>
          </a:p>
          <a:p>
            <a:pPr marL="6350" indent="0">
              <a:spcBef>
                <a:spcPts val="0"/>
              </a:spcBef>
              <a:buNone/>
            </a:pPr>
            <a:r>
              <a:rPr lang="en-US" sz="1800" i="1">
                <a:latin typeface="Arial"/>
                <a:cs typeface="Arial"/>
              </a:rPr>
              <a:t>Limitations:</a:t>
            </a:r>
          </a:p>
          <a:p>
            <a:pPr marL="344170" indent="0">
              <a:spcBef>
                <a:spcPts val="0"/>
              </a:spcBef>
            </a:pPr>
            <a:r>
              <a:rPr lang="en-US" sz="1800">
                <a:latin typeface="Arial"/>
                <a:cs typeface="Arial"/>
              </a:rPr>
              <a:t>Restriction to baseline covariates does not account for time-varying changes in risk factors</a:t>
            </a:r>
            <a:endParaRPr lang="en-US" sz="1800" dirty="0">
              <a:latin typeface="Arial"/>
              <a:cs typeface="Arial"/>
            </a:endParaRPr>
          </a:p>
          <a:p>
            <a:pPr marL="795020" lvl="1" indent="-337820">
              <a:spcBef>
                <a:spcPts val="0"/>
              </a:spcBef>
              <a:buFont typeface="Courier New" panose="05000000000000000000" pitchFamily="2" charset="2"/>
              <a:buChar char="o"/>
            </a:pPr>
            <a:r>
              <a:rPr lang="en-US">
                <a:latin typeface="Arial"/>
                <a:ea typeface="+mn-lt"/>
                <a:cs typeface="Arial"/>
              </a:rPr>
              <a:t>Time-varying covariates may better capture changes in risk factor status or timing and can lead to different effect estimates</a:t>
            </a:r>
            <a:endParaRPr lang="en-US" dirty="0">
              <a:latin typeface="Arial"/>
              <a:ea typeface="+mn-lt"/>
              <a:cs typeface="Arial"/>
            </a:endParaRPr>
          </a:p>
          <a:p>
            <a:pPr marL="344170" indent="0">
              <a:spcBef>
                <a:spcPts val="0"/>
              </a:spcBef>
            </a:pPr>
            <a:r>
              <a:rPr lang="en-US" sz="1800">
                <a:latin typeface="Arial"/>
                <a:cs typeface="Arial"/>
              </a:rPr>
              <a:t>Other non‑fatal cardiovascular events were not modeled as competing risks</a:t>
            </a:r>
            <a:endParaRPr lang="en-US" sz="1800" dirty="0">
              <a:latin typeface="Arial"/>
              <a:cs typeface="Arial"/>
            </a:endParaRPr>
          </a:p>
          <a:p>
            <a:pPr marL="344170" indent="0">
              <a:spcBef>
                <a:spcPts val="0"/>
              </a:spcBef>
            </a:pPr>
            <a:r>
              <a:rPr lang="en-US" sz="1800" dirty="0">
                <a:latin typeface="Arial"/>
                <a:cs typeface="Arial"/>
              </a:rPr>
              <a:t>AIC-driven backward selection using complete case analysis may introduce model instability, overfitting, and selectio</a:t>
            </a:r>
            <a:r>
              <a:rPr lang="en-US" sz="1800">
                <a:latin typeface="Arial"/>
                <a:cs typeface="Arial"/>
              </a:rPr>
              <a:t>n bias</a:t>
            </a:r>
            <a:endParaRPr lang="en-US" sz="1800" dirty="0">
              <a:latin typeface="Arial"/>
              <a:cs typeface="Arial"/>
            </a:endParaRPr>
          </a:p>
          <a:p>
            <a:pPr marL="795020" lvl="1" indent="-337820">
              <a:spcBef>
                <a:spcPts val="0"/>
              </a:spcBef>
              <a:buFont typeface="Courier New" panose="05000000000000000000" pitchFamily="2" charset="2"/>
              <a:buChar char="o"/>
            </a:pPr>
            <a:r>
              <a:rPr lang="en-US">
                <a:latin typeface="Arial"/>
                <a:cs typeface="Arial"/>
              </a:rPr>
              <a:t>Lack of interaction terms may limit detection of effect modification</a:t>
            </a:r>
          </a:p>
        </p:txBody>
      </p:sp>
    </p:spTree>
    <p:extLst>
      <p:ext uri="{BB962C8B-B14F-4D97-AF65-F5344CB8AC3E}">
        <p14:creationId xmlns:p14="http://schemas.microsoft.com/office/powerpoint/2010/main" val="114623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84B13-93B5-3764-AD73-0E2610EB93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44168" y="2296158"/>
            <a:ext cx="5518066" cy="226855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>
                <a:cs typeface="Arial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7477257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82E"/>
      </a:dk2>
      <a:lt2>
        <a:srgbClr val="C2F5FC"/>
      </a:lt2>
      <a:accent1>
        <a:srgbClr val="4091F3"/>
      </a:accent1>
      <a:accent2>
        <a:srgbClr val="8BBCF1"/>
      </a:accent2>
      <a:accent3>
        <a:srgbClr val="CB6A6A"/>
      </a:accent3>
      <a:accent4>
        <a:srgbClr val="C567AF"/>
      </a:accent4>
      <a:accent5>
        <a:srgbClr val="A684F9"/>
      </a:accent5>
      <a:accent6>
        <a:srgbClr val="A9ACEE"/>
      </a:accent6>
      <a:hlink>
        <a:srgbClr val="6D9CC5"/>
      </a:hlink>
      <a:folHlink>
        <a:srgbClr val="6D82A0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178B2DAB-5DDE-4060-A857-D2E1CDA9250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Madison</vt:lpstr>
      <vt:lpstr>Ten-Year Stroke Risk in the Framingham Heart Study</vt:lpstr>
      <vt:lpstr>Research Questions</vt:lpstr>
      <vt:lpstr>Data Overview</vt:lpstr>
      <vt:lpstr>Analysis</vt:lpstr>
      <vt:lpstr>PowerPoint Presentation</vt:lpstr>
      <vt:lpstr>PowerPoint Presentation</vt:lpstr>
      <vt:lpstr>Discussion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448</cp:revision>
  <dcterms:created xsi:type="dcterms:W3CDTF">2026-04-21T02:53:05Z</dcterms:created>
  <dcterms:modified xsi:type="dcterms:W3CDTF">2026-04-22T02:16:30Z</dcterms:modified>
</cp:coreProperties>
</file>